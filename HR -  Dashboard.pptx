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E4D0B-A202-477C-8F7A-EEE7694E35E7}" v="1" dt="2026-10-28T09:45:17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477320" y="1071360"/>
            <a:ext cx="4161600" cy="22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0" y="-644760"/>
            <a:ext cx="1754640" cy="5794920"/>
            <a:chOff x="0" y="-644760"/>
            <a:chExt cx="1754640" cy="5794920"/>
          </a:xfrm>
        </p:grpSpPr>
        <p:grpSp>
          <p:nvGrpSpPr>
            <p:cNvPr id="5" name="Google Shape;13;p2"/>
            <p:cNvGrpSpPr/>
            <p:nvPr/>
          </p:nvGrpSpPr>
          <p:grpSpPr>
            <a:xfrm>
              <a:off x="292320" y="0"/>
              <a:ext cx="1462320" cy="5150160"/>
              <a:chOff x="292320" y="0"/>
              <a:chExt cx="1462320" cy="5150160"/>
            </a:xfrm>
          </p:grpSpPr>
          <p:cxnSp>
            <p:nvCxnSpPr>
              <p:cNvPr id="6" name="Google Shape;14;p2"/>
              <p:cNvCxnSpPr/>
              <p:nvPr/>
            </p:nvCxnSpPr>
            <p:spPr>
              <a:xfrm>
                <a:off x="292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7" name="Google Shape;15;p2"/>
              <p:cNvCxnSpPr/>
              <p:nvPr/>
            </p:nvCxnSpPr>
            <p:spPr>
              <a:xfrm>
                <a:off x="877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8" name="Google Shape;16;p2"/>
              <p:cNvCxnSpPr/>
              <p:nvPr/>
            </p:nvCxnSpPr>
            <p:spPr>
              <a:xfrm>
                <a:off x="5850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9" name="Google Shape;17;p2"/>
              <p:cNvCxnSpPr/>
              <p:nvPr/>
            </p:nvCxnSpPr>
            <p:spPr>
              <a:xfrm>
                <a:off x="116964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10" name="Google Shape;18;p2"/>
              <p:cNvCxnSpPr/>
              <p:nvPr/>
            </p:nvCxnSpPr>
            <p:spPr>
              <a:xfrm>
                <a:off x="1462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11" name="Google Shape;19;p2"/>
              <p:cNvCxnSpPr/>
              <p:nvPr/>
            </p:nvCxnSpPr>
            <p:spPr>
              <a:xfrm>
                <a:off x="175464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  <p:grpSp>
          <p:nvGrpSpPr>
            <p:cNvPr id="12" name="Google Shape;20;p2"/>
            <p:cNvGrpSpPr/>
            <p:nvPr/>
          </p:nvGrpSpPr>
          <p:grpSpPr>
            <a:xfrm>
              <a:off x="0" y="-644760"/>
              <a:ext cx="1754280" cy="5555520"/>
              <a:chOff x="0" y="-644760"/>
              <a:chExt cx="1754280" cy="5555520"/>
            </a:xfrm>
          </p:grpSpPr>
          <p:grpSp>
            <p:nvGrpSpPr>
              <p:cNvPr id="13" name="Google Shape;21;p2"/>
              <p:cNvGrpSpPr/>
              <p:nvPr/>
            </p:nvGrpSpPr>
            <p:grpSpPr>
              <a:xfrm>
                <a:off x="0" y="524160"/>
                <a:ext cx="1754280" cy="2047320"/>
                <a:chOff x="0" y="524160"/>
                <a:chExt cx="1754280" cy="2047320"/>
              </a:xfrm>
            </p:grpSpPr>
            <p:cxnSp>
              <p:nvCxnSpPr>
                <p:cNvPr id="14" name="Google Shape;22;p2"/>
                <p:cNvCxnSpPr/>
                <p:nvPr/>
              </p:nvCxnSpPr>
              <p:spPr>
                <a:xfrm>
                  <a:off x="0" y="257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5" name="Google Shape;23;p2"/>
                <p:cNvCxnSpPr/>
                <p:nvPr/>
              </p:nvCxnSpPr>
              <p:spPr>
                <a:xfrm>
                  <a:off x="0" y="227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6" name="Google Shape;24;p2"/>
                <p:cNvCxnSpPr/>
                <p:nvPr/>
              </p:nvCxnSpPr>
              <p:spPr>
                <a:xfrm>
                  <a:off x="0" y="1986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7" name="Google Shape;25;p2"/>
                <p:cNvCxnSpPr/>
                <p:nvPr/>
              </p:nvCxnSpPr>
              <p:spPr>
                <a:xfrm>
                  <a:off x="0" y="169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8" name="Google Shape;26;p2"/>
                <p:cNvCxnSpPr/>
                <p:nvPr/>
              </p:nvCxnSpPr>
              <p:spPr>
                <a:xfrm>
                  <a:off x="0" y="140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9" name="Google Shape;27;p2"/>
                <p:cNvCxnSpPr/>
                <p:nvPr/>
              </p:nvCxnSpPr>
              <p:spPr>
                <a:xfrm>
                  <a:off x="0" y="8168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0" name="Google Shape;28;p2"/>
                <p:cNvCxnSpPr/>
                <p:nvPr/>
              </p:nvCxnSpPr>
              <p:spPr>
                <a:xfrm>
                  <a:off x="0" y="1109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1" name="Google Shape;29;p2"/>
                <p:cNvCxnSpPr/>
                <p:nvPr/>
              </p:nvCxnSpPr>
              <p:spPr>
                <a:xfrm>
                  <a:off x="0" y="52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22" name="Google Shape;30;p2"/>
              <p:cNvGrpSpPr/>
              <p:nvPr/>
            </p:nvGrpSpPr>
            <p:grpSpPr>
              <a:xfrm>
                <a:off x="0" y="2863800"/>
                <a:ext cx="1754280" cy="2046960"/>
                <a:chOff x="0" y="2863800"/>
                <a:chExt cx="1754280" cy="2046960"/>
              </a:xfrm>
            </p:grpSpPr>
            <p:cxnSp>
              <p:nvCxnSpPr>
                <p:cNvPr id="23" name="Google Shape;31;p2"/>
                <p:cNvCxnSpPr/>
                <p:nvPr/>
              </p:nvCxnSpPr>
              <p:spPr>
                <a:xfrm>
                  <a:off x="0" y="49107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4" name="Google Shape;32;p2"/>
                <p:cNvCxnSpPr/>
                <p:nvPr/>
              </p:nvCxnSpPr>
              <p:spPr>
                <a:xfrm>
                  <a:off x="0" y="4618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5" name="Google Shape;33;p2"/>
                <p:cNvCxnSpPr/>
                <p:nvPr/>
              </p:nvCxnSpPr>
              <p:spPr>
                <a:xfrm>
                  <a:off x="0" y="432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6" name="Google Shape;34;p2"/>
                <p:cNvCxnSpPr/>
                <p:nvPr/>
              </p:nvCxnSpPr>
              <p:spPr>
                <a:xfrm>
                  <a:off x="0" y="4033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7" name="Google Shape;35;p2"/>
                <p:cNvCxnSpPr/>
                <p:nvPr/>
              </p:nvCxnSpPr>
              <p:spPr>
                <a:xfrm>
                  <a:off x="0" y="3741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8" name="Google Shape;36;p2"/>
                <p:cNvCxnSpPr/>
                <p:nvPr/>
              </p:nvCxnSpPr>
              <p:spPr>
                <a:xfrm>
                  <a:off x="0" y="315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9" name="Google Shape;37;p2"/>
                <p:cNvCxnSpPr/>
                <p:nvPr/>
              </p:nvCxnSpPr>
              <p:spPr>
                <a:xfrm>
                  <a:off x="0" y="344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30" name="Google Shape;38;p2"/>
                <p:cNvCxnSpPr/>
                <p:nvPr/>
              </p:nvCxnSpPr>
              <p:spPr>
                <a:xfrm>
                  <a:off x="0" y="2863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cxnSp>
            <p:nvCxnSpPr>
              <p:cNvPr id="31" name="Google Shape;39;p2"/>
              <p:cNvCxnSpPr/>
              <p:nvPr/>
            </p:nvCxnSpPr>
            <p:spPr>
              <a:xfrm flipV="1">
                <a:off x="876960" y="-644760"/>
                <a:ext cx="360" cy="175428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27280" y="646560"/>
            <a:ext cx="3656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1281;p22"/>
          <p:cNvSpPr/>
          <p:nvPr/>
        </p:nvSpPr>
        <p:spPr>
          <a:xfrm>
            <a:off x="827280" y="3231000"/>
            <a:ext cx="3739320" cy="79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Inter"/>
                <a:ea typeface="Inter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1282;p22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" name="Google Shape;1283;p22"/>
          <p:cNvGrpSpPr/>
          <p:nvPr/>
        </p:nvGrpSpPr>
        <p:grpSpPr>
          <a:xfrm>
            <a:off x="7387560" y="-644760"/>
            <a:ext cx="1754640" cy="5794920"/>
            <a:chOff x="7387560" y="-644760"/>
            <a:chExt cx="1754640" cy="5794920"/>
          </a:xfrm>
        </p:grpSpPr>
        <p:grpSp>
          <p:nvGrpSpPr>
            <p:cNvPr id="37" name="Google Shape;1284;p22"/>
            <p:cNvGrpSpPr/>
            <p:nvPr/>
          </p:nvGrpSpPr>
          <p:grpSpPr>
            <a:xfrm>
              <a:off x="7387560" y="0"/>
              <a:ext cx="1461960" cy="5150160"/>
              <a:chOff x="7387560" y="0"/>
              <a:chExt cx="1461960" cy="5150160"/>
            </a:xfrm>
          </p:grpSpPr>
          <p:cxnSp>
            <p:nvCxnSpPr>
              <p:cNvPr id="38" name="Google Shape;1285;p22"/>
              <p:cNvCxnSpPr/>
              <p:nvPr/>
            </p:nvCxnSpPr>
            <p:spPr>
              <a:xfrm>
                <a:off x="88495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39" name="Google Shape;1286;p22"/>
              <p:cNvCxnSpPr/>
              <p:nvPr/>
            </p:nvCxnSpPr>
            <p:spPr>
              <a:xfrm>
                <a:off x="82645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0" name="Google Shape;1287;p22"/>
              <p:cNvCxnSpPr/>
              <p:nvPr/>
            </p:nvCxnSpPr>
            <p:spPr>
              <a:xfrm>
                <a:off x="85572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1" name="Google Shape;1288;p22"/>
              <p:cNvCxnSpPr/>
              <p:nvPr/>
            </p:nvCxnSpPr>
            <p:spPr>
              <a:xfrm>
                <a:off x="79722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2" name="Google Shape;1289;p22"/>
              <p:cNvCxnSpPr/>
              <p:nvPr/>
            </p:nvCxnSpPr>
            <p:spPr>
              <a:xfrm>
                <a:off x="767988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3" name="Google Shape;1290;p22"/>
              <p:cNvCxnSpPr/>
              <p:nvPr/>
            </p:nvCxnSpPr>
            <p:spPr>
              <a:xfrm>
                <a:off x="738756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  <p:grpSp>
          <p:nvGrpSpPr>
            <p:cNvPr id="44" name="Google Shape;1291;p22"/>
            <p:cNvGrpSpPr/>
            <p:nvPr/>
          </p:nvGrpSpPr>
          <p:grpSpPr>
            <a:xfrm>
              <a:off x="7387920" y="-644760"/>
              <a:ext cx="1754280" cy="5555520"/>
              <a:chOff x="7387920" y="-644760"/>
              <a:chExt cx="1754280" cy="5555520"/>
            </a:xfrm>
          </p:grpSpPr>
          <p:grpSp>
            <p:nvGrpSpPr>
              <p:cNvPr id="45" name="Google Shape;1292;p22"/>
              <p:cNvGrpSpPr/>
              <p:nvPr/>
            </p:nvGrpSpPr>
            <p:grpSpPr>
              <a:xfrm>
                <a:off x="7387920" y="524160"/>
                <a:ext cx="1754280" cy="2047320"/>
                <a:chOff x="7387920" y="524160"/>
                <a:chExt cx="1754280" cy="2047320"/>
              </a:xfrm>
            </p:grpSpPr>
            <p:cxnSp>
              <p:nvCxnSpPr>
                <p:cNvPr id="46" name="Google Shape;1293;p22"/>
                <p:cNvCxnSpPr/>
                <p:nvPr/>
              </p:nvCxnSpPr>
              <p:spPr>
                <a:xfrm flipH="1">
                  <a:off x="7387920" y="257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7" name="Google Shape;1294;p22"/>
                <p:cNvCxnSpPr/>
                <p:nvPr/>
              </p:nvCxnSpPr>
              <p:spPr>
                <a:xfrm flipH="1">
                  <a:off x="7387920" y="227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8" name="Google Shape;1295;p22"/>
                <p:cNvCxnSpPr/>
                <p:nvPr/>
              </p:nvCxnSpPr>
              <p:spPr>
                <a:xfrm flipH="1">
                  <a:off x="7387920" y="1986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9" name="Google Shape;1296;p22"/>
                <p:cNvCxnSpPr/>
                <p:nvPr/>
              </p:nvCxnSpPr>
              <p:spPr>
                <a:xfrm flipH="1">
                  <a:off x="7387920" y="169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0" name="Google Shape;1297;p22"/>
                <p:cNvCxnSpPr/>
                <p:nvPr/>
              </p:nvCxnSpPr>
              <p:spPr>
                <a:xfrm flipH="1">
                  <a:off x="7387920" y="140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1" name="Google Shape;1298;p22"/>
                <p:cNvCxnSpPr/>
                <p:nvPr/>
              </p:nvCxnSpPr>
              <p:spPr>
                <a:xfrm flipH="1">
                  <a:off x="7387920" y="8168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2" name="Google Shape;1299;p22"/>
                <p:cNvCxnSpPr/>
                <p:nvPr/>
              </p:nvCxnSpPr>
              <p:spPr>
                <a:xfrm flipH="1">
                  <a:off x="7387920" y="1109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3" name="Google Shape;1300;p22"/>
                <p:cNvCxnSpPr/>
                <p:nvPr/>
              </p:nvCxnSpPr>
              <p:spPr>
                <a:xfrm flipH="1">
                  <a:off x="7387920" y="52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54" name="Google Shape;1301;p22"/>
              <p:cNvGrpSpPr/>
              <p:nvPr/>
            </p:nvGrpSpPr>
            <p:grpSpPr>
              <a:xfrm>
                <a:off x="7387920" y="2863800"/>
                <a:ext cx="1754280" cy="2046960"/>
                <a:chOff x="7387920" y="2863800"/>
                <a:chExt cx="1754280" cy="2046960"/>
              </a:xfrm>
            </p:grpSpPr>
            <p:cxnSp>
              <p:nvCxnSpPr>
                <p:cNvPr id="55" name="Google Shape;1302;p22"/>
                <p:cNvCxnSpPr/>
                <p:nvPr/>
              </p:nvCxnSpPr>
              <p:spPr>
                <a:xfrm flipH="1">
                  <a:off x="7387920" y="49107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6" name="Google Shape;1303;p22"/>
                <p:cNvCxnSpPr/>
                <p:nvPr/>
              </p:nvCxnSpPr>
              <p:spPr>
                <a:xfrm flipH="1">
                  <a:off x="7387920" y="4618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7" name="Google Shape;1304;p22"/>
                <p:cNvCxnSpPr/>
                <p:nvPr/>
              </p:nvCxnSpPr>
              <p:spPr>
                <a:xfrm flipH="1">
                  <a:off x="7387920" y="432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8" name="Google Shape;1305;p22"/>
                <p:cNvCxnSpPr/>
                <p:nvPr/>
              </p:nvCxnSpPr>
              <p:spPr>
                <a:xfrm flipH="1">
                  <a:off x="7387920" y="4033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9" name="Google Shape;1306;p22"/>
                <p:cNvCxnSpPr/>
                <p:nvPr/>
              </p:nvCxnSpPr>
              <p:spPr>
                <a:xfrm flipH="1">
                  <a:off x="7387920" y="3741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0" name="Google Shape;1307;p22"/>
                <p:cNvCxnSpPr/>
                <p:nvPr/>
              </p:nvCxnSpPr>
              <p:spPr>
                <a:xfrm flipH="1">
                  <a:off x="7387920" y="315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1" name="Google Shape;1308;p22"/>
                <p:cNvCxnSpPr/>
                <p:nvPr/>
              </p:nvCxnSpPr>
              <p:spPr>
                <a:xfrm flipH="1">
                  <a:off x="7387920" y="344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2" name="Google Shape;1309;p22"/>
                <p:cNvCxnSpPr/>
                <p:nvPr/>
              </p:nvCxnSpPr>
              <p:spPr>
                <a:xfrm flipH="1">
                  <a:off x="7387920" y="2863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cxnSp>
            <p:nvCxnSpPr>
              <p:cNvPr id="63" name="Google Shape;1310;p22"/>
              <p:cNvCxnSpPr/>
              <p:nvPr/>
            </p:nvCxnSpPr>
            <p:spPr>
              <a:xfrm flipV="1">
                <a:off x="8264880" y="-644760"/>
                <a:ext cx="360" cy="175428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73;p4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5" name="Google Shape;74;p4"/>
          <p:cNvGrpSpPr/>
          <p:nvPr/>
        </p:nvGrpSpPr>
        <p:grpSpPr>
          <a:xfrm>
            <a:off x="8558640" y="0"/>
            <a:ext cx="585000" cy="5142960"/>
            <a:chOff x="8558640" y="0"/>
            <a:chExt cx="585000" cy="5142960"/>
          </a:xfrm>
        </p:grpSpPr>
        <p:grpSp>
          <p:nvGrpSpPr>
            <p:cNvPr id="66" name="Google Shape;75;p4"/>
            <p:cNvGrpSpPr/>
            <p:nvPr/>
          </p:nvGrpSpPr>
          <p:grpSpPr>
            <a:xfrm>
              <a:off x="8559000" y="231840"/>
              <a:ext cx="584640" cy="4679280"/>
              <a:chOff x="8559000" y="231840"/>
              <a:chExt cx="584640" cy="4679280"/>
            </a:xfrm>
          </p:grpSpPr>
          <p:grpSp>
            <p:nvGrpSpPr>
              <p:cNvPr id="67" name="Google Shape;76;p4"/>
              <p:cNvGrpSpPr/>
              <p:nvPr/>
            </p:nvGrpSpPr>
            <p:grpSpPr>
              <a:xfrm>
                <a:off x="8559000" y="231840"/>
                <a:ext cx="584640" cy="2339640"/>
                <a:chOff x="8559000" y="231840"/>
                <a:chExt cx="584640" cy="2339640"/>
              </a:xfrm>
            </p:grpSpPr>
            <p:cxnSp>
              <p:nvCxnSpPr>
                <p:cNvPr id="68" name="Google Shape;77;p4"/>
                <p:cNvCxnSpPr/>
                <p:nvPr/>
              </p:nvCxnSpPr>
              <p:spPr>
                <a:xfrm flipH="1">
                  <a:off x="8559000" y="2571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9" name="Google Shape;78;p4"/>
                <p:cNvCxnSpPr/>
                <p:nvPr/>
              </p:nvCxnSpPr>
              <p:spPr>
                <a:xfrm flipH="1">
                  <a:off x="8559000" y="2279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0" name="Google Shape;79;p4"/>
                <p:cNvCxnSpPr/>
                <p:nvPr/>
              </p:nvCxnSpPr>
              <p:spPr>
                <a:xfrm flipH="1">
                  <a:off x="8559000" y="1986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1" name="Google Shape;80;p4"/>
                <p:cNvCxnSpPr/>
                <p:nvPr/>
              </p:nvCxnSpPr>
              <p:spPr>
                <a:xfrm flipH="1">
                  <a:off x="8559000" y="1694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2" name="Google Shape;81;p4"/>
                <p:cNvCxnSpPr/>
                <p:nvPr/>
              </p:nvCxnSpPr>
              <p:spPr>
                <a:xfrm flipH="1">
                  <a:off x="8559000" y="1401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3" name="Google Shape;82;p4"/>
                <p:cNvCxnSpPr/>
                <p:nvPr/>
              </p:nvCxnSpPr>
              <p:spPr>
                <a:xfrm flipH="1">
                  <a:off x="8559000" y="816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4" name="Google Shape;83;p4"/>
                <p:cNvCxnSpPr/>
                <p:nvPr/>
              </p:nvCxnSpPr>
              <p:spPr>
                <a:xfrm flipH="1">
                  <a:off x="8559000" y="1109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5" name="Google Shape;84;p4"/>
                <p:cNvCxnSpPr/>
                <p:nvPr/>
              </p:nvCxnSpPr>
              <p:spPr>
                <a:xfrm flipH="1">
                  <a:off x="8559000" y="524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6" name="Google Shape;85;p4"/>
                <p:cNvCxnSpPr/>
                <p:nvPr/>
              </p:nvCxnSpPr>
              <p:spPr>
                <a:xfrm flipH="1">
                  <a:off x="8559000" y="2318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77" name="Google Shape;86;p4"/>
              <p:cNvGrpSpPr/>
              <p:nvPr/>
            </p:nvGrpSpPr>
            <p:grpSpPr>
              <a:xfrm>
                <a:off x="8559000" y="2863440"/>
                <a:ext cx="584640" cy="2047680"/>
                <a:chOff x="8559000" y="2863440"/>
                <a:chExt cx="584640" cy="2047680"/>
              </a:xfrm>
            </p:grpSpPr>
            <p:cxnSp>
              <p:nvCxnSpPr>
                <p:cNvPr id="78" name="Google Shape;87;p4"/>
                <p:cNvCxnSpPr/>
                <p:nvPr/>
              </p:nvCxnSpPr>
              <p:spPr>
                <a:xfrm flipH="1">
                  <a:off x="8559000" y="4911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9" name="Google Shape;88;p4"/>
                <p:cNvCxnSpPr/>
                <p:nvPr/>
              </p:nvCxnSpPr>
              <p:spPr>
                <a:xfrm flipH="1">
                  <a:off x="8559000" y="4618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0" name="Google Shape;89;p4"/>
                <p:cNvCxnSpPr/>
                <p:nvPr/>
              </p:nvCxnSpPr>
              <p:spPr>
                <a:xfrm flipH="1">
                  <a:off x="8559000" y="4326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1" name="Google Shape;90;p4"/>
                <p:cNvCxnSpPr/>
                <p:nvPr/>
              </p:nvCxnSpPr>
              <p:spPr>
                <a:xfrm flipH="1">
                  <a:off x="8559000" y="4033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2" name="Google Shape;91;p4"/>
                <p:cNvCxnSpPr/>
                <p:nvPr/>
              </p:nvCxnSpPr>
              <p:spPr>
                <a:xfrm flipH="1">
                  <a:off x="8559000" y="3741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3" name="Google Shape;92;p4"/>
                <p:cNvCxnSpPr/>
                <p:nvPr/>
              </p:nvCxnSpPr>
              <p:spPr>
                <a:xfrm flipH="1">
                  <a:off x="8559000" y="3156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4" name="Google Shape;93;p4"/>
                <p:cNvCxnSpPr/>
                <p:nvPr/>
              </p:nvCxnSpPr>
              <p:spPr>
                <a:xfrm flipH="1">
                  <a:off x="8559000" y="3448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5" name="Google Shape;94;p4"/>
                <p:cNvCxnSpPr/>
                <p:nvPr/>
              </p:nvCxnSpPr>
              <p:spPr>
                <a:xfrm flipH="1">
                  <a:off x="8559000" y="2863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</p:grpSp>
        <p:grpSp>
          <p:nvGrpSpPr>
            <p:cNvPr id="86" name="Google Shape;95;p4"/>
            <p:cNvGrpSpPr/>
            <p:nvPr/>
          </p:nvGrpSpPr>
          <p:grpSpPr>
            <a:xfrm>
              <a:off x="8558640" y="0"/>
              <a:ext cx="292680" cy="5142960"/>
              <a:chOff x="8558640" y="0"/>
              <a:chExt cx="292680" cy="5142960"/>
            </a:xfrm>
          </p:grpSpPr>
          <p:cxnSp>
            <p:nvCxnSpPr>
              <p:cNvPr id="87" name="Google Shape;96;p4"/>
              <p:cNvCxnSpPr/>
              <p:nvPr/>
            </p:nvCxnSpPr>
            <p:spPr>
              <a:xfrm>
                <a:off x="8851320" y="0"/>
                <a:ext cx="360" cy="51433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88" name="Google Shape;97;p4"/>
              <p:cNvCxnSpPr/>
              <p:nvPr/>
            </p:nvCxnSpPr>
            <p:spPr>
              <a:xfrm>
                <a:off x="8558640" y="0"/>
                <a:ext cx="360" cy="51433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  <p:grpSp>
        <p:nvGrpSpPr>
          <p:cNvPr id="89" name="Google Shape;98;p4"/>
          <p:cNvGrpSpPr/>
          <p:nvPr/>
        </p:nvGrpSpPr>
        <p:grpSpPr>
          <a:xfrm>
            <a:off x="164520" y="137520"/>
            <a:ext cx="8902440" cy="4860360"/>
            <a:chOff x="164520" y="137520"/>
            <a:chExt cx="8902440" cy="4860360"/>
          </a:xfrm>
        </p:grpSpPr>
        <p:grpSp>
          <p:nvGrpSpPr>
            <p:cNvPr id="90" name="Google Shape;99;p4"/>
            <p:cNvGrpSpPr/>
            <p:nvPr/>
          </p:nvGrpSpPr>
          <p:grpSpPr>
            <a:xfrm>
              <a:off x="8307000" y="137520"/>
              <a:ext cx="584640" cy="584640"/>
              <a:chOff x="8307000" y="137520"/>
              <a:chExt cx="584640" cy="584640"/>
            </a:xfrm>
          </p:grpSpPr>
          <p:sp>
            <p:nvSpPr>
              <p:cNvPr id="91" name="Google Shape;100;p4"/>
              <p:cNvSpPr/>
              <p:nvPr/>
            </p:nvSpPr>
            <p:spPr>
              <a:xfrm flipH="1">
                <a:off x="8307000" y="137520"/>
                <a:ext cx="584640" cy="584640"/>
              </a:xfrm>
              <a:custGeom>
                <a:avLst/>
                <a:gdLst>
                  <a:gd name="textAreaLeft" fmla="*/ 360 w 584640"/>
                  <a:gd name="textAreaRight" fmla="*/ 585360 w 584640"/>
                  <a:gd name="textAreaTop" fmla="*/ 0 h 584640"/>
                  <a:gd name="textAreaBottom" fmla="*/ 585000 h 58464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101;p4"/>
              <p:cNvSpPr/>
              <p:nvPr/>
            </p:nvSpPr>
            <p:spPr>
              <a:xfrm flipH="1">
                <a:off x="8337600" y="167760"/>
                <a:ext cx="524160" cy="524160"/>
              </a:xfrm>
              <a:custGeom>
                <a:avLst/>
                <a:gdLst>
                  <a:gd name="textAreaLeft" fmla="*/ 360 w 524160"/>
                  <a:gd name="textAreaRight" fmla="*/ 524880 w 524160"/>
                  <a:gd name="textAreaTop" fmla="*/ 0 h 524160"/>
                  <a:gd name="textAreaBottom" fmla="*/ 524520 h 52416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102;p4"/>
              <p:cNvSpPr/>
              <p:nvPr/>
            </p:nvSpPr>
            <p:spPr>
              <a:xfrm flipH="1">
                <a:off x="8630280" y="554040"/>
                <a:ext cx="23760" cy="12240"/>
              </a:xfrm>
              <a:custGeom>
                <a:avLst/>
                <a:gdLst>
                  <a:gd name="textAreaLeft" fmla="*/ 360 w 23760"/>
                  <a:gd name="textAreaRight" fmla="*/ 24480 w 23760"/>
                  <a:gd name="textAreaTop" fmla="*/ 0 h 12240"/>
                  <a:gd name="textAreaBottom" fmla="*/ 12600 h 1224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3;p4"/>
              <p:cNvSpPr/>
              <p:nvPr/>
            </p:nvSpPr>
            <p:spPr>
              <a:xfrm flipH="1">
                <a:off x="8613000" y="546480"/>
                <a:ext cx="47160" cy="15480"/>
              </a:xfrm>
              <a:custGeom>
                <a:avLst/>
                <a:gdLst>
                  <a:gd name="textAreaLeft" fmla="*/ -360 w 47160"/>
                  <a:gd name="textAreaRight" fmla="*/ 47160 w 4716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560" rIns="90000" bIns="7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4;p4"/>
              <p:cNvSpPr/>
              <p:nvPr/>
            </p:nvSpPr>
            <p:spPr>
              <a:xfrm flipH="1">
                <a:off x="8603280" y="541440"/>
                <a:ext cx="66960" cy="212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0800" rIns="90000" bIns="10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5;p4"/>
              <p:cNvSpPr/>
              <p:nvPr/>
            </p:nvSpPr>
            <p:spPr>
              <a:xfrm flipH="1">
                <a:off x="8595000" y="537120"/>
                <a:ext cx="81720" cy="26280"/>
              </a:xfrm>
              <a:custGeom>
                <a:avLst/>
                <a:gdLst>
                  <a:gd name="textAreaLeft" fmla="*/ -360 w 81720"/>
                  <a:gd name="textAreaRight" fmla="*/ 81720 w 81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320" rIns="90000" bIns="13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6;p4"/>
              <p:cNvSpPr/>
              <p:nvPr/>
            </p:nvSpPr>
            <p:spPr>
              <a:xfrm flipH="1">
                <a:off x="8588520" y="533160"/>
                <a:ext cx="93240" cy="29880"/>
              </a:xfrm>
              <a:custGeom>
                <a:avLst/>
                <a:gdLst>
                  <a:gd name="textAreaLeft" fmla="*/ -360 w 93240"/>
                  <a:gd name="textAreaRight" fmla="*/ 93240 w 9324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7;p4"/>
              <p:cNvSpPr/>
              <p:nvPr/>
            </p:nvSpPr>
            <p:spPr>
              <a:xfrm flipH="1">
                <a:off x="8584200" y="529200"/>
                <a:ext cx="102960" cy="3384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920" rIns="90000" bIns="16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8;p4"/>
              <p:cNvSpPr/>
              <p:nvPr/>
            </p:nvSpPr>
            <p:spPr>
              <a:xfrm flipH="1">
                <a:off x="8578440" y="525960"/>
                <a:ext cx="111240" cy="37080"/>
              </a:xfrm>
              <a:custGeom>
                <a:avLst/>
                <a:gdLst>
                  <a:gd name="textAreaLeft" fmla="*/ -360 w 111240"/>
                  <a:gd name="textAreaRight" fmla="*/ 111240 w 11124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9;p4"/>
              <p:cNvSpPr/>
              <p:nvPr/>
            </p:nvSpPr>
            <p:spPr>
              <a:xfrm flipH="1">
                <a:off x="8575200" y="522720"/>
                <a:ext cx="118800" cy="39960"/>
              </a:xfrm>
              <a:custGeom>
                <a:avLst/>
                <a:gdLst>
                  <a:gd name="textAreaLeft" fmla="*/ 360 w 118800"/>
                  <a:gd name="textAreaRight" fmla="*/ 119520 w 11880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10;p4"/>
              <p:cNvSpPr/>
              <p:nvPr/>
            </p:nvSpPr>
            <p:spPr>
              <a:xfrm flipH="1">
                <a:off x="8570520" y="519840"/>
                <a:ext cx="125640" cy="42480"/>
              </a:xfrm>
              <a:custGeom>
                <a:avLst/>
                <a:gdLst>
                  <a:gd name="textAreaLeft" fmla="*/ -360 w 125640"/>
                  <a:gd name="textAreaRight" fmla="*/ 125640 w 125640"/>
                  <a:gd name="textAreaTop" fmla="*/ 0 h 42480"/>
                  <a:gd name="textAreaBottom" fmla="*/ 42840 h 4248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1;p4"/>
              <p:cNvSpPr/>
              <p:nvPr/>
            </p:nvSpPr>
            <p:spPr>
              <a:xfrm flipH="1">
                <a:off x="8566920" y="516600"/>
                <a:ext cx="131400" cy="44640"/>
              </a:xfrm>
              <a:custGeom>
                <a:avLst/>
                <a:gdLst>
                  <a:gd name="textAreaLeft" fmla="*/ -360 w 131400"/>
                  <a:gd name="textAreaRight" fmla="*/ 131400 w 13140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320" rIns="90000" bIns="22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12;p4"/>
              <p:cNvSpPr/>
              <p:nvPr/>
            </p:nvSpPr>
            <p:spPr>
              <a:xfrm flipH="1">
                <a:off x="8564400" y="513720"/>
                <a:ext cx="136800" cy="46800"/>
              </a:xfrm>
              <a:custGeom>
                <a:avLst/>
                <a:gdLst>
                  <a:gd name="textAreaLeft" fmla="*/ 360 w 136800"/>
                  <a:gd name="textAreaRight" fmla="*/ 137520 w 13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400" rIns="90000" bIns="234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13;p4"/>
              <p:cNvSpPr/>
              <p:nvPr/>
            </p:nvSpPr>
            <p:spPr>
              <a:xfrm flipH="1">
                <a:off x="8561160" y="510840"/>
                <a:ext cx="141840" cy="48600"/>
              </a:xfrm>
              <a:custGeom>
                <a:avLst/>
                <a:gdLst>
                  <a:gd name="textAreaLeft" fmla="*/ 360 w 141840"/>
                  <a:gd name="textAreaRight" fmla="*/ 142560 w 14184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480" rIns="90000" bIns="24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14;p4"/>
              <p:cNvSpPr/>
              <p:nvPr/>
            </p:nvSpPr>
            <p:spPr>
              <a:xfrm flipH="1">
                <a:off x="8557560" y="507960"/>
                <a:ext cx="146520" cy="50400"/>
              </a:xfrm>
              <a:custGeom>
                <a:avLst/>
                <a:gdLst>
                  <a:gd name="textAreaLeft" fmla="*/ -360 w 146520"/>
                  <a:gd name="textAreaRight" fmla="*/ 146520 w 146520"/>
                  <a:gd name="textAreaTop" fmla="*/ 0 h 50400"/>
                  <a:gd name="textAreaBottom" fmla="*/ 50760 h 5040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15;p4"/>
              <p:cNvSpPr/>
              <p:nvPr/>
            </p:nvSpPr>
            <p:spPr>
              <a:xfrm flipH="1">
                <a:off x="8555040" y="505440"/>
                <a:ext cx="150840" cy="51840"/>
              </a:xfrm>
              <a:custGeom>
                <a:avLst/>
                <a:gdLst>
                  <a:gd name="textAreaLeft" fmla="*/ -360 w 150840"/>
                  <a:gd name="textAreaRight" fmla="*/ 150840 w 150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920" rIns="90000" bIns="25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16;p4"/>
              <p:cNvSpPr/>
              <p:nvPr/>
            </p:nvSpPr>
            <p:spPr>
              <a:xfrm flipH="1">
                <a:off x="8552880" y="502560"/>
                <a:ext cx="154800" cy="53280"/>
              </a:xfrm>
              <a:custGeom>
                <a:avLst/>
                <a:gdLst>
                  <a:gd name="textAreaLeft" fmla="*/ 360 w 154800"/>
                  <a:gd name="textAreaRight" fmla="*/ 155520 w 15480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6640" rIns="90000" bIns="26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17;p4"/>
              <p:cNvSpPr/>
              <p:nvPr/>
            </p:nvSpPr>
            <p:spPr>
              <a:xfrm flipH="1">
                <a:off x="8550360" y="500040"/>
                <a:ext cx="158400" cy="54360"/>
              </a:xfrm>
              <a:custGeom>
                <a:avLst/>
                <a:gdLst>
                  <a:gd name="textAreaLeft" fmla="*/ 360 w 158400"/>
                  <a:gd name="textAreaRight" fmla="*/ 159120 w 15840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18;p4"/>
              <p:cNvSpPr/>
              <p:nvPr/>
            </p:nvSpPr>
            <p:spPr>
              <a:xfrm flipH="1">
                <a:off x="8547480" y="497520"/>
                <a:ext cx="161640" cy="5580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55800"/>
                  <a:gd name="textAreaBottom" fmla="*/ 56160 h 5580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8080" rIns="90000" bIns="28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19;p4"/>
              <p:cNvSpPr/>
              <p:nvPr/>
            </p:nvSpPr>
            <p:spPr>
              <a:xfrm flipH="1">
                <a:off x="8546040" y="495000"/>
                <a:ext cx="164880" cy="56880"/>
              </a:xfrm>
              <a:custGeom>
                <a:avLst/>
                <a:gdLst>
                  <a:gd name="textAreaLeft" fmla="*/ 360 w 164880"/>
                  <a:gd name="textAreaRight" fmla="*/ 165600 w 16488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8440" rIns="90000" bIns="28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" name="Google Shape;120;p4"/>
              <p:cNvSpPr/>
              <p:nvPr/>
            </p:nvSpPr>
            <p:spPr>
              <a:xfrm flipH="1">
                <a:off x="8543520" y="492480"/>
                <a:ext cx="167400" cy="5796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57960"/>
                  <a:gd name="textAreaBottom" fmla="*/ 58320 h 5796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160" rIns="90000" bIns="29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121;p4"/>
              <p:cNvSpPr/>
              <p:nvPr/>
            </p:nvSpPr>
            <p:spPr>
              <a:xfrm flipH="1">
                <a:off x="8541360" y="490320"/>
                <a:ext cx="170280" cy="5868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520" rIns="90000" bIns="29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122;p4"/>
              <p:cNvSpPr/>
              <p:nvPr/>
            </p:nvSpPr>
            <p:spPr>
              <a:xfrm flipH="1">
                <a:off x="8539560" y="487800"/>
                <a:ext cx="172440" cy="59760"/>
              </a:xfrm>
              <a:custGeom>
                <a:avLst/>
                <a:gdLst>
                  <a:gd name="textAreaLeft" fmla="*/ -360 w 172440"/>
                  <a:gd name="textAreaRight" fmla="*/ 172440 w 172440"/>
                  <a:gd name="textAreaTop" fmla="*/ 0 h 59760"/>
                  <a:gd name="textAreaBottom" fmla="*/ 60120 h 5976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880" rIns="90000" bIns="29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123;p4"/>
              <p:cNvSpPr/>
              <p:nvPr/>
            </p:nvSpPr>
            <p:spPr>
              <a:xfrm flipH="1">
                <a:off x="8538480" y="485280"/>
                <a:ext cx="174960" cy="60480"/>
              </a:xfrm>
              <a:custGeom>
                <a:avLst/>
                <a:gdLst>
                  <a:gd name="textAreaLeft" fmla="*/ 360 w 174960"/>
                  <a:gd name="textAreaRight" fmla="*/ 175680 w 174960"/>
                  <a:gd name="textAreaTop" fmla="*/ 0 h 60480"/>
                  <a:gd name="textAreaBottom" fmla="*/ 60840 h 6048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240" rIns="90000" bIns="30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124;p4"/>
              <p:cNvSpPr/>
              <p:nvPr/>
            </p:nvSpPr>
            <p:spPr>
              <a:xfrm flipH="1">
                <a:off x="8536680" y="483120"/>
                <a:ext cx="177120" cy="61200"/>
              </a:xfrm>
              <a:custGeom>
                <a:avLst/>
                <a:gdLst>
                  <a:gd name="textAreaLeft" fmla="*/ 360 w 177120"/>
                  <a:gd name="textAreaRight" fmla="*/ 177840 w 17712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600" rIns="90000" bIns="30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125;p4"/>
              <p:cNvSpPr/>
              <p:nvPr/>
            </p:nvSpPr>
            <p:spPr>
              <a:xfrm flipH="1">
                <a:off x="8534520" y="480600"/>
                <a:ext cx="178920" cy="61920"/>
              </a:xfrm>
              <a:custGeom>
                <a:avLst/>
                <a:gdLst>
                  <a:gd name="textAreaLeft" fmla="*/ -360 w 178920"/>
                  <a:gd name="textAreaRight" fmla="*/ 178920 w 17892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960" rIns="90000" bIns="30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126;p4"/>
              <p:cNvSpPr/>
              <p:nvPr/>
            </p:nvSpPr>
            <p:spPr>
              <a:xfrm flipH="1">
                <a:off x="8531280" y="475920"/>
                <a:ext cx="182520" cy="65160"/>
              </a:xfrm>
              <a:custGeom>
                <a:avLst/>
                <a:gdLst>
                  <a:gd name="textAreaLeft" fmla="*/ -360 w 182520"/>
                  <a:gd name="textAreaRight" fmla="*/ 182520 w 18252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127;p4"/>
              <p:cNvSpPr/>
              <p:nvPr/>
            </p:nvSpPr>
            <p:spPr>
              <a:xfrm flipH="1">
                <a:off x="8528760" y="471240"/>
                <a:ext cx="185400" cy="66240"/>
              </a:xfrm>
              <a:custGeom>
                <a:avLst/>
                <a:gdLst>
                  <a:gd name="textAreaLeft" fmla="*/ -360 w 185400"/>
                  <a:gd name="textAreaRight" fmla="*/ 185400 w 185400"/>
                  <a:gd name="textAreaTop" fmla="*/ 0 h 66240"/>
                  <a:gd name="textAreaBottom" fmla="*/ 66600 h 6624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120" rIns="90000" bIns="33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128;p4"/>
              <p:cNvSpPr/>
              <p:nvPr/>
            </p:nvSpPr>
            <p:spPr>
              <a:xfrm flipH="1">
                <a:off x="8526240" y="466560"/>
                <a:ext cx="187560" cy="66960"/>
              </a:xfrm>
              <a:custGeom>
                <a:avLst/>
                <a:gdLst>
                  <a:gd name="textAreaLeft" fmla="*/ -360 w 187560"/>
                  <a:gd name="textAreaRight" fmla="*/ 187560 w 187560"/>
                  <a:gd name="textAreaTop" fmla="*/ 0 h 66960"/>
                  <a:gd name="textAreaBottom" fmla="*/ 67320 h 6696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480" rIns="90000" bIns="33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129;p4"/>
              <p:cNvSpPr/>
              <p:nvPr/>
            </p:nvSpPr>
            <p:spPr>
              <a:xfrm flipH="1">
                <a:off x="8524080" y="462240"/>
                <a:ext cx="189720" cy="67680"/>
              </a:xfrm>
              <a:custGeom>
                <a:avLst/>
                <a:gdLst>
                  <a:gd name="textAreaLeft" fmla="*/ -360 w 189720"/>
                  <a:gd name="textAreaRight" fmla="*/ 189720 w 18972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840" rIns="90000" bIns="33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130;p4"/>
              <p:cNvSpPr/>
              <p:nvPr/>
            </p:nvSpPr>
            <p:spPr>
              <a:xfrm flipH="1">
                <a:off x="8522280" y="457560"/>
                <a:ext cx="191160" cy="68400"/>
              </a:xfrm>
              <a:custGeom>
                <a:avLst/>
                <a:gdLst>
                  <a:gd name="textAreaLeft" fmla="*/ -360 w 191160"/>
                  <a:gd name="textAreaRight" fmla="*/ 191160 w 19116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4200" rIns="90000" bIns="34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131;p4"/>
              <p:cNvSpPr/>
              <p:nvPr/>
            </p:nvSpPr>
            <p:spPr>
              <a:xfrm flipH="1">
                <a:off x="8520480" y="453240"/>
                <a:ext cx="192600" cy="68760"/>
              </a:xfrm>
              <a:custGeom>
                <a:avLst/>
                <a:gdLst>
                  <a:gd name="textAreaLeft" fmla="*/ -360 w 192600"/>
                  <a:gd name="textAreaRight" fmla="*/ 192600 w 19260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4560" rIns="90000" bIns="34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132;p4"/>
              <p:cNvSpPr/>
              <p:nvPr/>
            </p:nvSpPr>
            <p:spPr>
              <a:xfrm flipH="1">
                <a:off x="8517960" y="450000"/>
                <a:ext cx="193320" cy="64080"/>
              </a:xfrm>
              <a:custGeom>
                <a:avLst/>
                <a:gdLst>
                  <a:gd name="textAreaLeft" fmla="*/ -360 w 193320"/>
                  <a:gd name="textAreaRight" fmla="*/ 193320 w 193320"/>
                  <a:gd name="textAreaTop" fmla="*/ 0 h 64080"/>
                  <a:gd name="textAreaBottom" fmla="*/ 64440 h 6408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040" rIns="90000" bIns="32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133;p4"/>
              <p:cNvSpPr/>
              <p:nvPr/>
            </p:nvSpPr>
            <p:spPr>
              <a:xfrm flipH="1">
                <a:off x="8516880" y="467640"/>
                <a:ext cx="109080" cy="42120"/>
              </a:xfrm>
              <a:custGeom>
                <a:avLst/>
                <a:gdLst>
                  <a:gd name="textAreaLeft" fmla="*/ -360 w 109080"/>
                  <a:gd name="textAreaRight" fmla="*/ 109080 w 10908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134;p4"/>
              <p:cNvSpPr/>
              <p:nvPr/>
            </p:nvSpPr>
            <p:spPr>
              <a:xfrm flipH="1">
                <a:off x="8516520" y="463680"/>
                <a:ext cx="108360" cy="417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135;p4"/>
              <p:cNvSpPr/>
              <p:nvPr/>
            </p:nvSpPr>
            <p:spPr>
              <a:xfrm flipH="1">
                <a:off x="8515800" y="455040"/>
                <a:ext cx="106200" cy="41400"/>
              </a:xfrm>
              <a:custGeom>
                <a:avLst/>
                <a:gdLst>
                  <a:gd name="textAreaLeft" fmla="*/ -360 w 106200"/>
                  <a:gd name="textAreaRight" fmla="*/ 106200 w 1062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136;p4"/>
              <p:cNvSpPr/>
              <p:nvPr/>
            </p:nvSpPr>
            <p:spPr>
              <a:xfrm flipH="1">
                <a:off x="8516520" y="450720"/>
                <a:ext cx="105120" cy="41040"/>
              </a:xfrm>
              <a:custGeom>
                <a:avLst/>
                <a:gdLst>
                  <a:gd name="textAreaLeft" fmla="*/ 360 w 105120"/>
                  <a:gd name="textAreaRight" fmla="*/ 105840 w 1051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137;p4"/>
              <p:cNvSpPr/>
              <p:nvPr/>
            </p:nvSpPr>
            <p:spPr>
              <a:xfrm flipH="1">
                <a:off x="8516520" y="444240"/>
                <a:ext cx="108720" cy="43200"/>
              </a:xfrm>
              <a:custGeom>
                <a:avLst/>
                <a:gdLst>
                  <a:gd name="textAreaLeft" fmla="*/ 360 w 108720"/>
                  <a:gd name="textAreaRight" fmla="*/ 109440 w 108720"/>
                  <a:gd name="textAreaTop" fmla="*/ 0 h 43200"/>
                  <a:gd name="textAreaBottom" fmla="*/ 43560 h 4320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600" rIns="90000" bIns="21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138;p4"/>
              <p:cNvSpPr/>
              <p:nvPr/>
            </p:nvSpPr>
            <p:spPr>
              <a:xfrm flipH="1">
                <a:off x="8516160" y="435240"/>
                <a:ext cx="122040" cy="47520"/>
              </a:xfrm>
              <a:custGeom>
                <a:avLst/>
                <a:gdLst>
                  <a:gd name="textAreaLeft" fmla="*/ -360 w 122040"/>
                  <a:gd name="textAreaRight" fmla="*/ 122040 w 12204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139;p4"/>
              <p:cNvSpPr/>
              <p:nvPr/>
            </p:nvSpPr>
            <p:spPr>
              <a:xfrm flipH="1">
                <a:off x="8517600" y="426600"/>
                <a:ext cx="132480" cy="51120"/>
              </a:xfrm>
              <a:custGeom>
                <a:avLst/>
                <a:gdLst>
                  <a:gd name="textAreaLeft" fmla="*/ 360 w 132480"/>
                  <a:gd name="textAreaRight" fmla="*/ 133200 w 1324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560" rIns="90000" bIns="25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40;p4"/>
              <p:cNvSpPr/>
              <p:nvPr/>
            </p:nvSpPr>
            <p:spPr>
              <a:xfrm flipH="1">
                <a:off x="8518320" y="419400"/>
                <a:ext cx="140040" cy="53280"/>
              </a:xfrm>
              <a:custGeom>
                <a:avLst/>
                <a:gdLst>
                  <a:gd name="textAreaLeft" fmla="*/ -360 w 140040"/>
                  <a:gd name="textAreaRight" fmla="*/ 140040 w 14004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6640" rIns="90000" bIns="26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141;p4"/>
              <p:cNvSpPr/>
              <p:nvPr/>
            </p:nvSpPr>
            <p:spPr>
              <a:xfrm flipH="1">
                <a:off x="8520840" y="412560"/>
                <a:ext cx="144720" cy="54720"/>
              </a:xfrm>
              <a:custGeom>
                <a:avLst/>
                <a:gdLst>
                  <a:gd name="textAreaLeft" fmla="*/ 360 w 144720"/>
                  <a:gd name="textAreaRight" fmla="*/ 145440 w 1447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142;p4"/>
              <p:cNvSpPr/>
              <p:nvPr/>
            </p:nvSpPr>
            <p:spPr>
              <a:xfrm flipH="1">
                <a:off x="8522640" y="406440"/>
                <a:ext cx="147240" cy="55440"/>
              </a:xfrm>
              <a:custGeom>
                <a:avLst/>
                <a:gdLst>
                  <a:gd name="textAreaLeft" fmla="*/ -360 w 147240"/>
                  <a:gd name="textAreaRight" fmla="*/ 147240 w 147240"/>
                  <a:gd name="textAreaTop" fmla="*/ 0 h 55440"/>
                  <a:gd name="textAreaBottom" fmla="*/ 55800 h 5544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720" rIns="90000" bIns="27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143;p4"/>
              <p:cNvSpPr/>
              <p:nvPr/>
            </p:nvSpPr>
            <p:spPr>
              <a:xfrm flipH="1">
                <a:off x="8366760" y="196920"/>
                <a:ext cx="465840" cy="465480"/>
              </a:xfrm>
              <a:custGeom>
                <a:avLst/>
                <a:gdLst>
                  <a:gd name="textAreaLeft" fmla="*/ 360 w 465840"/>
                  <a:gd name="textAreaRight" fmla="*/ 466560 w 465840"/>
                  <a:gd name="textAreaTop" fmla="*/ 0 h 465480"/>
                  <a:gd name="textAreaBottom" fmla="*/ 465840 h 46548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144;p4"/>
              <p:cNvSpPr/>
              <p:nvPr/>
            </p:nvSpPr>
            <p:spPr>
              <a:xfrm>
                <a:off x="8351640" y="191160"/>
                <a:ext cx="488520" cy="48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25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25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" name="Google Shape;145;p4"/>
            <p:cNvGrpSpPr/>
            <p:nvPr/>
          </p:nvGrpSpPr>
          <p:grpSpPr>
            <a:xfrm>
              <a:off x="8634600" y="515160"/>
              <a:ext cx="432360" cy="432360"/>
              <a:chOff x="8634600" y="515160"/>
              <a:chExt cx="432360" cy="432360"/>
            </a:xfrm>
          </p:grpSpPr>
          <p:sp>
            <p:nvSpPr>
              <p:cNvPr id="137" name="Google Shape;146;p4"/>
              <p:cNvSpPr/>
              <p:nvPr/>
            </p:nvSpPr>
            <p:spPr>
              <a:xfrm flipH="1">
                <a:off x="8634240" y="515160"/>
                <a:ext cx="432360" cy="432360"/>
              </a:xfrm>
              <a:custGeom>
                <a:avLst/>
                <a:gdLst>
                  <a:gd name="textAreaLeft" fmla="*/ -360 w 432360"/>
                  <a:gd name="textAreaRight" fmla="*/ 432360 w 432360"/>
                  <a:gd name="textAreaTop" fmla="*/ 0 h 432360"/>
                  <a:gd name="textAreaBottom" fmla="*/ 432720 h 43236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147;p4"/>
              <p:cNvSpPr/>
              <p:nvPr/>
            </p:nvSpPr>
            <p:spPr>
              <a:xfrm flipH="1">
                <a:off x="8656920" y="537480"/>
                <a:ext cx="387720" cy="387360"/>
              </a:xfrm>
              <a:custGeom>
                <a:avLst/>
                <a:gdLst>
                  <a:gd name="textAreaLeft" fmla="*/ -360 w 387720"/>
                  <a:gd name="textAreaRight" fmla="*/ 387720 w 387720"/>
                  <a:gd name="textAreaTop" fmla="*/ 0 h 387360"/>
                  <a:gd name="textAreaBottom" fmla="*/ 387720 h 38736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148;p4"/>
              <p:cNvSpPr/>
              <p:nvPr/>
            </p:nvSpPr>
            <p:spPr>
              <a:xfrm flipH="1">
                <a:off x="8873280" y="822960"/>
                <a:ext cx="17640" cy="9000"/>
              </a:xfrm>
              <a:custGeom>
                <a:avLst/>
                <a:gdLst>
                  <a:gd name="textAreaLeft" fmla="*/ -360 w 17640"/>
                  <a:gd name="textAreaRight" fmla="*/ 17640 w 17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149;p4"/>
              <p:cNvSpPr/>
              <p:nvPr/>
            </p:nvSpPr>
            <p:spPr>
              <a:xfrm flipH="1">
                <a:off x="8861040" y="817560"/>
                <a:ext cx="34920" cy="11520"/>
              </a:xfrm>
              <a:custGeom>
                <a:avLst/>
                <a:gdLst>
                  <a:gd name="textAreaLeft" fmla="*/ -360 w 34920"/>
                  <a:gd name="textAreaRight" fmla="*/ 34920 w 34920"/>
                  <a:gd name="textAreaTop" fmla="*/ 0 h 11520"/>
                  <a:gd name="textAreaBottom" fmla="*/ 11880 h 1152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5760" rIns="90000" bIns="5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150;p4"/>
              <p:cNvSpPr/>
              <p:nvPr/>
            </p:nvSpPr>
            <p:spPr>
              <a:xfrm flipH="1">
                <a:off x="8853480" y="813960"/>
                <a:ext cx="49320" cy="15840"/>
              </a:xfrm>
              <a:custGeom>
                <a:avLst/>
                <a:gdLst>
                  <a:gd name="textAreaLeft" fmla="*/ -360 w 49320"/>
                  <a:gd name="textAreaRight" fmla="*/ 49320 w 4932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920" rIns="90000" bIns="7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151;p4"/>
              <p:cNvSpPr/>
              <p:nvPr/>
            </p:nvSpPr>
            <p:spPr>
              <a:xfrm flipH="1">
                <a:off x="8848440" y="810720"/>
                <a:ext cx="60480" cy="19080"/>
              </a:xfrm>
              <a:custGeom>
                <a:avLst/>
                <a:gdLst>
                  <a:gd name="textAreaLeft" fmla="*/ 360 w 60480"/>
                  <a:gd name="textAreaRight" fmla="*/ 61200 w 604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720" rIns="90000" bIns="9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152;p4"/>
              <p:cNvSpPr/>
              <p:nvPr/>
            </p:nvSpPr>
            <p:spPr>
              <a:xfrm flipH="1">
                <a:off x="8843040" y="807840"/>
                <a:ext cx="68760" cy="21960"/>
              </a:xfrm>
              <a:custGeom>
                <a:avLst/>
                <a:gdLst>
                  <a:gd name="textAreaLeft" fmla="*/ -360 w 68760"/>
                  <a:gd name="textAreaRight" fmla="*/ 68760 w 68760"/>
                  <a:gd name="textAreaTop" fmla="*/ 0 h 21960"/>
                  <a:gd name="textAreaBottom" fmla="*/ 22320 h 2196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160" rIns="90000" bIns="11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153;p4"/>
              <p:cNvSpPr/>
              <p:nvPr/>
            </p:nvSpPr>
            <p:spPr>
              <a:xfrm flipH="1">
                <a:off x="8839080" y="804960"/>
                <a:ext cx="75960" cy="24840"/>
              </a:xfrm>
              <a:custGeom>
                <a:avLst/>
                <a:gdLst>
                  <a:gd name="textAreaLeft" fmla="*/ -360 w 75960"/>
                  <a:gd name="textAreaRight" fmla="*/ 75960 w 7596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154;p4"/>
              <p:cNvSpPr/>
              <p:nvPr/>
            </p:nvSpPr>
            <p:spPr>
              <a:xfrm flipH="1">
                <a:off x="8835480" y="802440"/>
                <a:ext cx="82440" cy="27360"/>
              </a:xfrm>
              <a:custGeom>
                <a:avLst/>
                <a:gdLst>
                  <a:gd name="textAreaLeft" fmla="*/ -360 w 82440"/>
                  <a:gd name="textAreaRight" fmla="*/ 82440 w 824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680" rIns="90000" bIns="13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55;p4"/>
              <p:cNvSpPr/>
              <p:nvPr/>
            </p:nvSpPr>
            <p:spPr>
              <a:xfrm flipH="1">
                <a:off x="8833320" y="799920"/>
                <a:ext cx="87840" cy="29520"/>
              </a:xfrm>
              <a:custGeom>
                <a:avLst/>
                <a:gdLst>
                  <a:gd name="textAreaLeft" fmla="*/ 360 w 87840"/>
                  <a:gd name="textAreaRight" fmla="*/ 88560 w 878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760" rIns="90000" bIns="14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156;p4"/>
              <p:cNvSpPr/>
              <p:nvPr/>
            </p:nvSpPr>
            <p:spPr>
              <a:xfrm flipH="1">
                <a:off x="8830440" y="797760"/>
                <a:ext cx="92880" cy="31320"/>
              </a:xfrm>
              <a:custGeom>
                <a:avLst/>
                <a:gdLst>
                  <a:gd name="textAreaLeft" fmla="*/ 360 w 92880"/>
                  <a:gd name="textAreaRight" fmla="*/ 93600 w 92880"/>
                  <a:gd name="textAreaTop" fmla="*/ 0 h 31320"/>
                  <a:gd name="textAreaBottom" fmla="*/ 31680 h 3132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157;p4"/>
              <p:cNvSpPr/>
              <p:nvPr/>
            </p:nvSpPr>
            <p:spPr>
              <a:xfrm flipH="1">
                <a:off x="8827920" y="795600"/>
                <a:ext cx="97200" cy="3312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158;p4"/>
              <p:cNvSpPr/>
              <p:nvPr/>
            </p:nvSpPr>
            <p:spPr>
              <a:xfrm flipH="1">
                <a:off x="8824680" y="793440"/>
                <a:ext cx="101160" cy="34560"/>
              </a:xfrm>
              <a:custGeom>
                <a:avLst/>
                <a:gdLst>
                  <a:gd name="textAreaLeft" fmla="*/ -360 w 101160"/>
                  <a:gd name="textAreaRight" fmla="*/ 101160 w 1011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280" rIns="90000" bIns="172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159;p4"/>
              <p:cNvSpPr/>
              <p:nvPr/>
            </p:nvSpPr>
            <p:spPr>
              <a:xfrm flipH="1">
                <a:off x="8822160" y="791280"/>
                <a:ext cx="104760" cy="3600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160;p4"/>
              <p:cNvSpPr/>
              <p:nvPr/>
            </p:nvSpPr>
            <p:spPr>
              <a:xfrm flipH="1">
                <a:off x="8820000" y="789120"/>
                <a:ext cx="108360" cy="3708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" name="Google Shape;161;p4"/>
              <p:cNvSpPr/>
              <p:nvPr/>
            </p:nvSpPr>
            <p:spPr>
              <a:xfrm flipH="1">
                <a:off x="8818200" y="787320"/>
                <a:ext cx="111240" cy="38160"/>
              </a:xfrm>
              <a:custGeom>
                <a:avLst/>
                <a:gdLst>
                  <a:gd name="textAreaLeft" fmla="*/ -360 w 111240"/>
                  <a:gd name="textAreaRight" fmla="*/ 111240 w 11124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080" rIns="90000" bIns="19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162;p4"/>
              <p:cNvSpPr/>
              <p:nvPr/>
            </p:nvSpPr>
            <p:spPr>
              <a:xfrm flipH="1">
                <a:off x="8816760" y="785160"/>
                <a:ext cx="114480" cy="39240"/>
              </a:xfrm>
              <a:custGeom>
                <a:avLst/>
                <a:gdLst>
                  <a:gd name="textAreaLeft" fmla="*/ 360 w 114480"/>
                  <a:gd name="textAreaRight" fmla="*/ 115200 w 11448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" name="Google Shape;163;p4"/>
              <p:cNvSpPr/>
              <p:nvPr/>
            </p:nvSpPr>
            <p:spPr>
              <a:xfrm flipH="1">
                <a:off x="8814240" y="783360"/>
                <a:ext cx="117000" cy="40320"/>
              </a:xfrm>
              <a:custGeom>
                <a:avLst/>
                <a:gdLst>
                  <a:gd name="textAreaLeft" fmla="*/ -360 w 117000"/>
                  <a:gd name="textAreaRight" fmla="*/ 117000 w 11700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" name="Google Shape;164;p4"/>
              <p:cNvSpPr/>
              <p:nvPr/>
            </p:nvSpPr>
            <p:spPr>
              <a:xfrm flipH="1">
                <a:off x="8813520" y="781560"/>
                <a:ext cx="119520" cy="41040"/>
              </a:xfrm>
              <a:custGeom>
                <a:avLst/>
                <a:gdLst>
                  <a:gd name="textAreaLeft" fmla="*/ 360 w 119520"/>
                  <a:gd name="textAreaRight" fmla="*/ 120240 w 1195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" name="Google Shape;165;p4"/>
              <p:cNvSpPr/>
              <p:nvPr/>
            </p:nvSpPr>
            <p:spPr>
              <a:xfrm flipH="1">
                <a:off x="8811720" y="779760"/>
                <a:ext cx="121680" cy="4176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166;p4"/>
              <p:cNvSpPr/>
              <p:nvPr/>
            </p:nvSpPr>
            <p:spPr>
              <a:xfrm flipH="1">
                <a:off x="8810280" y="777600"/>
                <a:ext cx="123840" cy="42480"/>
              </a:xfrm>
              <a:custGeom>
                <a:avLst/>
                <a:gdLst>
                  <a:gd name="textAreaLeft" fmla="*/ 360 w 123840"/>
                  <a:gd name="textAreaRight" fmla="*/ 124560 w 123840"/>
                  <a:gd name="textAreaTop" fmla="*/ 0 h 42480"/>
                  <a:gd name="textAreaBottom" fmla="*/ 42840 h 4248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167;p4"/>
              <p:cNvSpPr/>
              <p:nvPr/>
            </p:nvSpPr>
            <p:spPr>
              <a:xfrm flipH="1">
                <a:off x="8808840" y="776160"/>
                <a:ext cx="126000" cy="43200"/>
              </a:xfrm>
              <a:custGeom>
                <a:avLst/>
                <a:gdLst>
                  <a:gd name="textAreaLeft" fmla="*/ 360 w 126000"/>
                  <a:gd name="textAreaRight" fmla="*/ 126720 w 126000"/>
                  <a:gd name="textAreaTop" fmla="*/ 0 h 43200"/>
                  <a:gd name="textAreaBottom" fmla="*/ 43560 h 4320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600" rIns="90000" bIns="21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" name="Google Shape;168;p4"/>
              <p:cNvSpPr/>
              <p:nvPr/>
            </p:nvSpPr>
            <p:spPr>
              <a:xfrm flipH="1">
                <a:off x="8807400" y="774000"/>
                <a:ext cx="127440" cy="43920"/>
              </a:xfrm>
              <a:custGeom>
                <a:avLst/>
                <a:gdLst>
                  <a:gd name="textAreaLeft" fmla="*/ 360 w 127440"/>
                  <a:gd name="textAreaRight" fmla="*/ 128160 w 12744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960" rIns="90000" bIns="21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169;p4"/>
              <p:cNvSpPr/>
              <p:nvPr/>
            </p:nvSpPr>
            <p:spPr>
              <a:xfrm flipH="1">
                <a:off x="8805600" y="772200"/>
                <a:ext cx="129240" cy="44640"/>
              </a:xfrm>
              <a:custGeom>
                <a:avLst/>
                <a:gdLst>
                  <a:gd name="textAreaLeft" fmla="*/ -360 w 129240"/>
                  <a:gd name="textAreaRight" fmla="*/ 129240 w 12924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320" rIns="90000" bIns="22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70;p4"/>
              <p:cNvSpPr/>
              <p:nvPr/>
            </p:nvSpPr>
            <p:spPr>
              <a:xfrm flipH="1">
                <a:off x="8804160" y="770760"/>
                <a:ext cx="130680" cy="45000"/>
              </a:xfrm>
              <a:custGeom>
                <a:avLst/>
                <a:gdLst>
                  <a:gd name="textAreaLeft" fmla="*/ -360 w 130680"/>
                  <a:gd name="textAreaRight" fmla="*/ 130680 w 13068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680" rIns="90000" bIns="22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71;p4"/>
              <p:cNvSpPr/>
              <p:nvPr/>
            </p:nvSpPr>
            <p:spPr>
              <a:xfrm flipH="1">
                <a:off x="8803080" y="768960"/>
                <a:ext cx="132120" cy="45720"/>
              </a:xfrm>
              <a:custGeom>
                <a:avLst/>
                <a:gdLst>
                  <a:gd name="textAreaLeft" fmla="*/ -360 w 132120"/>
                  <a:gd name="textAreaRight" fmla="*/ 132120 w 132120"/>
                  <a:gd name="textAreaTop" fmla="*/ 0 h 45720"/>
                  <a:gd name="textAreaBottom" fmla="*/ 46080 h 457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040" rIns="90000" bIns="23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72;p4"/>
              <p:cNvSpPr/>
              <p:nvPr/>
            </p:nvSpPr>
            <p:spPr>
              <a:xfrm flipH="1">
                <a:off x="8800560" y="765360"/>
                <a:ext cx="135000" cy="48240"/>
              </a:xfrm>
              <a:custGeom>
                <a:avLst/>
                <a:gdLst>
                  <a:gd name="textAreaLeft" fmla="*/ -360 w 135000"/>
                  <a:gd name="textAreaRight" fmla="*/ 135000 w 135000"/>
                  <a:gd name="textAreaTop" fmla="*/ 0 h 48240"/>
                  <a:gd name="textAreaBottom" fmla="*/ 48600 h 4824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73;p4"/>
              <p:cNvSpPr/>
              <p:nvPr/>
            </p:nvSpPr>
            <p:spPr>
              <a:xfrm flipH="1">
                <a:off x="8799480" y="762120"/>
                <a:ext cx="136800" cy="48960"/>
              </a:xfrm>
              <a:custGeom>
                <a:avLst/>
                <a:gdLst>
                  <a:gd name="textAreaLeft" fmla="*/ 360 w 136800"/>
                  <a:gd name="textAreaRight" fmla="*/ 137520 w 13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480" rIns="90000" bIns="24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74;p4"/>
              <p:cNvSpPr/>
              <p:nvPr/>
            </p:nvSpPr>
            <p:spPr>
              <a:xfrm flipH="1">
                <a:off x="8796960" y="758520"/>
                <a:ext cx="138600" cy="49320"/>
              </a:xfrm>
              <a:custGeom>
                <a:avLst/>
                <a:gdLst>
                  <a:gd name="textAreaLeft" fmla="*/ -360 w 138600"/>
                  <a:gd name="textAreaRight" fmla="*/ 138600 w 138600"/>
                  <a:gd name="textAreaTop" fmla="*/ 0 h 49320"/>
                  <a:gd name="textAreaBottom" fmla="*/ 49680 h 4932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840" rIns="90000" bIns="24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75;p4"/>
              <p:cNvSpPr/>
              <p:nvPr/>
            </p:nvSpPr>
            <p:spPr>
              <a:xfrm flipH="1">
                <a:off x="8796240" y="755280"/>
                <a:ext cx="140400" cy="50040"/>
              </a:xfrm>
              <a:custGeom>
                <a:avLst/>
                <a:gdLst>
                  <a:gd name="textAreaLeft" fmla="*/ 360 w 140400"/>
                  <a:gd name="textAreaRight" fmla="*/ 141120 w 140400"/>
                  <a:gd name="textAreaTop" fmla="*/ 0 h 50040"/>
                  <a:gd name="textAreaBottom" fmla="*/ 50400 h 5004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176;p4"/>
              <p:cNvSpPr/>
              <p:nvPr/>
            </p:nvSpPr>
            <p:spPr>
              <a:xfrm flipH="1">
                <a:off x="8794080" y="752040"/>
                <a:ext cx="141480" cy="50400"/>
              </a:xfrm>
              <a:custGeom>
                <a:avLst/>
                <a:gdLst>
                  <a:gd name="textAreaLeft" fmla="*/ -360 w 141480"/>
                  <a:gd name="textAreaRight" fmla="*/ 141480 w 141480"/>
                  <a:gd name="textAreaTop" fmla="*/ 0 h 50400"/>
                  <a:gd name="textAreaBottom" fmla="*/ 50760 h 5040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77;p4"/>
              <p:cNvSpPr/>
              <p:nvPr/>
            </p:nvSpPr>
            <p:spPr>
              <a:xfrm flipH="1">
                <a:off x="8792640" y="748800"/>
                <a:ext cx="142200" cy="50760"/>
              </a:xfrm>
              <a:custGeom>
                <a:avLst/>
                <a:gdLst>
                  <a:gd name="textAreaLeft" fmla="*/ -360 w 142200"/>
                  <a:gd name="textAreaRight" fmla="*/ 142200 w 1422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560" rIns="90000" bIns="25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78;p4"/>
              <p:cNvSpPr/>
              <p:nvPr/>
            </p:nvSpPr>
            <p:spPr>
              <a:xfrm flipH="1">
                <a:off x="8790840" y="746280"/>
                <a:ext cx="142920" cy="47160"/>
              </a:xfrm>
              <a:custGeom>
                <a:avLst/>
                <a:gdLst>
                  <a:gd name="textAreaLeft" fmla="*/ -360 w 142920"/>
                  <a:gd name="textAreaRight" fmla="*/ 142920 w 14292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79;p4"/>
              <p:cNvSpPr/>
              <p:nvPr/>
            </p:nvSpPr>
            <p:spPr>
              <a:xfrm flipH="1">
                <a:off x="8790840" y="759240"/>
                <a:ext cx="80640" cy="30960"/>
              </a:xfrm>
              <a:custGeom>
                <a:avLst/>
                <a:gdLst>
                  <a:gd name="textAreaLeft" fmla="*/ 360 w 80640"/>
                  <a:gd name="textAreaRight" fmla="*/ 81360 w 80640"/>
                  <a:gd name="textAreaTop" fmla="*/ 0 h 30960"/>
                  <a:gd name="textAreaBottom" fmla="*/ 31320 h 3096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80;p4"/>
              <p:cNvSpPr/>
              <p:nvPr/>
            </p:nvSpPr>
            <p:spPr>
              <a:xfrm flipH="1">
                <a:off x="8789760" y="756360"/>
                <a:ext cx="80280" cy="30600"/>
              </a:xfrm>
              <a:custGeom>
                <a:avLst/>
                <a:gdLst>
                  <a:gd name="textAreaLeft" fmla="*/ -360 w 80280"/>
                  <a:gd name="textAreaRight" fmla="*/ 80280 w 8028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181;p4"/>
              <p:cNvSpPr/>
              <p:nvPr/>
            </p:nvSpPr>
            <p:spPr>
              <a:xfrm flipH="1">
                <a:off x="8790120" y="749880"/>
                <a:ext cx="78480" cy="3060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82;p4"/>
              <p:cNvSpPr/>
              <p:nvPr/>
            </p:nvSpPr>
            <p:spPr>
              <a:xfrm flipH="1">
                <a:off x="8789400" y="747000"/>
                <a:ext cx="77400" cy="3024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83;p4"/>
              <p:cNvSpPr/>
              <p:nvPr/>
            </p:nvSpPr>
            <p:spPr>
              <a:xfrm flipH="1">
                <a:off x="8789400" y="741960"/>
                <a:ext cx="80280" cy="32040"/>
              </a:xfrm>
              <a:custGeom>
                <a:avLst/>
                <a:gdLst>
                  <a:gd name="textAreaLeft" fmla="*/ -360 w 80280"/>
                  <a:gd name="textAreaRight" fmla="*/ 80280 w 8028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200" rIns="90000" bIns="16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84;p4"/>
              <p:cNvSpPr/>
              <p:nvPr/>
            </p:nvSpPr>
            <p:spPr>
              <a:xfrm flipH="1">
                <a:off x="8789400" y="735120"/>
                <a:ext cx="90360" cy="34920"/>
              </a:xfrm>
              <a:custGeom>
                <a:avLst/>
                <a:gdLst>
                  <a:gd name="textAreaLeft" fmla="*/ -360 w 90360"/>
                  <a:gd name="textAreaRight" fmla="*/ 90360 w 903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640" rIns="90000" bIns="17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185;p4"/>
              <p:cNvSpPr/>
              <p:nvPr/>
            </p:nvSpPr>
            <p:spPr>
              <a:xfrm flipH="1">
                <a:off x="8790840" y="729000"/>
                <a:ext cx="97920" cy="3744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37440"/>
                  <a:gd name="textAreaBottom" fmla="*/ 37800 h 3744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186;p4"/>
              <p:cNvSpPr/>
              <p:nvPr/>
            </p:nvSpPr>
            <p:spPr>
              <a:xfrm flipH="1">
                <a:off x="8790840" y="723600"/>
                <a:ext cx="103320" cy="39240"/>
              </a:xfrm>
              <a:custGeom>
                <a:avLst/>
                <a:gdLst>
                  <a:gd name="textAreaLeft" fmla="*/ -360 w 103320"/>
                  <a:gd name="textAreaRight" fmla="*/ 103320 w 10332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187;p4"/>
              <p:cNvSpPr/>
              <p:nvPr/>
            </p:nvSpPr>
            <p:spPr>
              <a:xfrm flipH="1">
                <a:off x="8792280" y="718560"/>
                <a:ext cx="106920" cy="40320"/>
              </a:xfrm>
              <a:custGeom>
                <a:avLst/>
                <a:gdLst>
                  <a:gd name="textAreaLeft" fmla="*/ -360 w 106920"/>
                  <a:gd name="textAreaRight" fmla="*/ 106920 w 10692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88;p4"/>
              <p:cNvSpPr/>
              <p:nvPr/>
            </p:nvSpPr>
            <p:spPr>
              <a:xfrm flipH="1">
                <a:off x="8795160" y="713880"/>
                <a:ext cx="108720" cy="41040"/>
              </a:xfrm>
              <a:custGeom>
                <a:avLst/>
                <a:gdLst>
                  <a:gd name="textAreaLeft" fmla="*/ 360 w 108720"/>
                  <a:gd name="textAreaRight" fmla="*/ 109440 w 1087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89;p4"/>
              <p:cNvSpPr/>
              <p:nvPr/>
            </p:nvSpPr>
            <p:spPr>
              <a:xfrm flipH="1">
                <a:off x="8678520" y="559080"/>
                <a:ext cx="344520" cy="344160"/>
              </a:xfrm>
              <a:custGeom>
                <a:avLst/>
                <a:gdLst>
                  <a:gd name="textAreaLeft" fmla="*/ -360 w 344520"/>
                  <a:gd name="textAreaRight" fmla="*/ 344520 w 344520"/>
                  <a:gd name="textAreaTop" fmla="*/ 0 h 344160"/>
                  <a:gd name="textAreaBottom" fmla="*/ 344520 h 34416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90;p4"/>
              <p:cNvSpPr/>
              <p:nvPr/>
            </p:nvSpPr>
            <p:spPr>
              <a:xfrm>
                <a:off x="8668080" y="554760"/>
                <a:ext cx="361080" cy="361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20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2" name="Google Shape;191;p4"/>
            <p:cNvGrpSpPr/>
            <p:nvPr/>
          </p:nvGrpSpPr>
          <p:grpSpPr>
            <a:xfrm>
              <a:off x="164520" y="4648320"/>
              <a:ext cx="349560" cy="349560"/>
              <a:chOff x="164520" y="4648320"/>
              <a:chExt cx="349560" cy="349560"/>
            </a:xfrm>
          </p:grpSpPr>
          <p:sp>
            <p:nvSpPr>
              <p:cNvPr id="183" name="Google Shape;192;p4"/>
              <p:cNvSpPr/>
              <p:nvPr/>
            </p:nvSpPr>
            <p:spPr>
              <a:xfrm flipH="1">
                <a:off x="164160" y="4648320"/>
                <a:ext cx="349560" cy="349560"/>
              </a:xfrm>
              <a:custGeom>
                <a:avLst/>
                <a:gdLst>
                  <a:gd name="textAreaLeft" fmla="*/ -360 w 349560"/>
                  <a:gd name="textAreaRight" fmla="*/ 349560 w 349560"/>
                  <a:gd name="textAreaTop" fmla="*/ 0 h 349560"/>
                  <a:gd name="textAreaBottom" fmla="*/ 349920 h 34956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4" name="Google Shape;193;p4"/>
              <p:cNvSpPr/>
              <p:nvPr/>
            </p:nvSpPr>
            <p:spPr>
              <a:xfrm flipH="1">
                <a:off x="182880" y="4666320"/>
                <a:ext cx="313200" cy="313200"/>
              </a:xfrm>
              <a:custGeom>
                <a:avLst/>
                <a:gdLst>
                  <a:gd name="textAreaLeft" fmla="*/ 360 w 313200"/>
                  <a:gd name="textAreaRight" fmla="*/ 313920 w 313200"/>
                  <a:gd name="textAreaTop" fmla="*/ 0 h 313200"/>
                  <a:gd name="textAreaBottom" fmla="*/ 313560 h 31320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194;p4"/>
              <p:cNvSpPr/>
              <p:nvPr/>
            </p:nvSpPr>
            <p:spPr>
              <a:xfrm flipH="1">
                <a:off x="357120" y="4897080"/>
                <a:ext cx="14040" cy="7200"/>
              </a:xfrm>
              <a:custGeom>
                <a:avLst/>
                <a:gdLst>
                  <a:gd name="textAreaLeft" fmla="*/ -360 w 14040"/>
                  <a:gd name="textAreaRight" fmla="*/ 14040 w 140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95;p4"/>
              <p:cNvSpPr/>
              <p:nvPr/>
            </p:nvSpPr>
            <p:spPr>
              <a:xfrm flipH="1">
                <a:off x="348120" y="4892760"/>
                <a:ext cx="28080" cy="9000"/>
              </a:xfrm>
              <a:custGeom>
                <a:avLst/>
                <a:gdLst>
                  <a:gd name="textAreaLeft" fmla="*/ 360 w 28080"/>
                  <a:gd name="textAreaRight" fmla="*/ 28800 w 280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680" rIns="90000" bIns="4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96;p4"/>
              <p:cNvSpPr/>
              <p:nvPr/>
            </p:nvSpPr>
            <p:spPr>
              <a:xfrm flipH="1">
                <a:off x="341280" y="4889880"/>
                <a:ext cx="39960" cy="1260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6480" rIns="90000" bIns="6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97;p4"/>
              <p:cNvSpPr/>
              <p:nvPr/>
            </p:nvSpPr>
            <p:spPr>
              <a:xfrm flipH="1">
                <a:off x="336600" y="4887000"/>
                <a:ext cx="48600" cy="15480"/>
              </a:xfrm>
              <a:custGeom>
                <a:avLst/>
                <a:gdLst>
                  <a:gd name="textAreaLeft" fmla="*/ -360 w 48600"/>
                  <a:gd name="textAreaRight" fmla="*/ 48600 w 486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920" rIns="90000" bIns="7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9" name="Google Shape;198;p4"/>
              <p:cNvSpPr/>
              <p:nvPr/>
            </p:nvSpPr>
            <p:spPr>
              <a:xfrm flipH="1">
                <a:off x="332640" y="4884840"/>
                <a:ext cx="55800" cy="17640"/>
              </a:xfrm>
              <a:custGeom>
                <a:avLst/>
                <a:gdLst>
                  <a:gd name="textAreaLeft" fmla="*/ -360 w 55800"/>
                  <a:gd name="textAreaRight" fmla="*/ 55800 w 55800"/>
                  <a:gd name="textAreaTop" fmla="*/ 0 h 17640"/>
                  <a:gd name="textAreaBottom" fmla="*/ 18000 h 1764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000" rIns="90000" bIns="9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199;p4"/>
              <p:cNvSpPr/>
              <p:nvPr/>
            </p:nvSpPr>
            <p:spPr>
              <a:xfrm flipH="1">
                <a:off x="330480" y="4882680"/>
                <a:ext cx="61200" cy="20160"/>
              </a:xfrm>
              <a:custGeom>
                <a:avLst/>
                <a:gdLst>
                  <a:gd name="textAreaLeft" fmla="*/ 360 w 61200"/>
                  <a:gd name="textAreaRight" fmla="*/ 61920 w 6120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0080" rIns="90000" bIns="10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200;p4"/>
              <p:cNvSpPr/>
              <p:nvPr/>
            </p:nvSpPr>
            <p:spPr>
              <a:xfrm flipH="1">
                <a:off x="326880" y="4880520"/>
                <a:ext cx="66600" cy="21960"/>
              </a:xfrm>
              <a:custGeom>
                <a:avLst/>
                <a:gdLst>
                  <a:gd name="textAreaLeft" fmla="*/ -360 w 66600"/>
                  <a:gd name="textAreaRight" fmla="*/ 66600 w 66600"/>
                  <a:gd name="textAreaTop" fmla="*/ 0 h 21960"/>
                  <a:gd name="textAreaBottom" fmla="*/ 22320 h 2196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160" rIns="90000" bIns="11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201;p4"/>
              <p:cNvSpPr/>
              <p:nvPr/>
            </p:nvSpPr>
            <p:spPr>
              <a:xfrm flipH="1">
                <a:off x="324360" y="4878720"/>
                <a:ext cx="70920" cy="2376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23760"/>
                  <a:gd name="textAreaBottom" fmla="*/ 24120 h 2376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880" rIns="90000" bIns="11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202;p4"/>
              <p:cNvSpPr/>
              <p:nvPr/>
            </p:nvSpPr>
            <p:spPr>
              <a:xfrm flipH="1">
                <a:off x="322560" y="4876920"/>
                <a:ext cx="74880" cy="25200"/>
              </a:xfrm>
              <a:custGeom>
                <a:avLst/>
                <a:gdLst>
                  <a:gd name="textAreaLeft" fmla="*/ 360 w 74880"/>
                  <a:gd name="textAreaRight" fmla="*/ 75600 w 7488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203;p4"/>
              <p:cNvSpPr/>
              <p:nvPr/>
            </p:nvSpPr>
            <p:spPr>
              <a:xfrm flipH="1">
                <a:off x="320400" y="4875120"/>
                <a:ext cx="78480" cy="2664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320" rIns="90000" bIns="13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204;p4"/>
              <p:cNvSpPr/>
              <p:nvPr/>
            </p:nvSpPr>
            <p:spPr>
              <a:xfrm flipH="1">
                <a:off x="317880" y="4873320"/>
                <a:ext cx="81720" cy="27720"/>
              </a:xfrm>
              <a:custGeom>
                <a:avLst/>
                <a:gdLst>
                  <a:gd name="textAreaLeft" fmla="*/ -360 w 81720"/>
                  <a:gd name="textAreaRight" fmla="*/ 81720 w 81720"/>
                  <a:gd name="textAreaTop" fmla="*/ 0 h 27720"/>
                  <a:gd name="textAreaBottom" fmla="*/ 28080 h 2772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040" rIns="90000" bIns="14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205;p4"/>
              <p:cNvSpPr/>
              <p:nvPr/>
            </p:nvSpPr>
            <p:spPr>
              <a:xfrm flipH="1">
                <a:off x="316080" y="4871520"/>
                <a:ext cx="84600" cy="288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400" rIns="90000" bIns="144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206;p4"/>
              <p:cNvSpPr/>
              <p:nvPr/>
            </p:nvSpPr>
            <p:spPr>
              <a:xfrm flipH="1">
                <a:off x="314280" y="4869720"/>
                <a:ext cx="87480" cy="2988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207;p4"/>
              <p:cNvSpPr/>
              <p:nvPr/>
            </p:nvSpPr>
            <p:spPr>
              <a:xfrm flipH="1">
                <a:off x="313200" y="4868280"/>
                <a:ext cx="90000" cy="30960"/>
              </a:xfrm>
              <a:custGeom>
                <a:avLst/>
                <a:gdLst>
                  <a:gd name="textAreaLeft" fmla="*/ 360 w 90000"/>
                  <a:gd name="textAreaRight" fmla="*/ 90720 w 90000"/>
                  <a:gd name="textAreaTop" fmla="*/ 0 h 30960"/>
                  <a:gd name="textAreaBottom" fmla="*/ 31320 h 3096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208;p4"/>
              <p:cNvSpPr/>
              <p:nvPr/>
            </p:nvSpPr>
            <p:spPr>
              <a:xfrm flipH="1">
                <a:off x="311040" y="4866480"/>
                <a:ext cx="92520" cy="31680"/>
              </a:xfrm>
              <a:custGeom>
                <a:avLst/>
                <a:gdLst>
                  <a:gd name="textAreaLeft" fmla="*/ -360 w 92520"/>
                  <a:gd name="textAreaRight" fmla="*/ 92520 w 92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209;p4"/>
              <p:cNvSpPr/>
              <p:nvPr/>
            </p:nvSpPr>
            <p:spPr>
              <a:xfrm flipH="1">
                <a:off x="309600" y="4865040"/>
                <a:ext cx="94680" cy="3240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32400"/>
                  <a:gd name="textAreaBottom" fmla="*/ 32760 h 3240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200" rIns="90000" bIns="16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210;p4"/>
              <p:cNvSpPr/>
              <p:nvPr/>
            </p:nvSpPr>
            <p:spPr>
              <a:xfrm flipH="1">
                <a:off x="308880" y="4863600"/>
                <a:ext cx="96480" cy="3312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211;p4"/>
              <p:cNvSpPr/>
              <p:nvPr/>
            </p:nvSpPr>
            <p:spPr>
              <a:xfrm flipH="1">
                <a:off x="307080" y="4862160"/>
                <a:ext cx="98280" cy="33840"/>
              </a:xfrm>
              <a:custGeom>
                <a:avLst/>
                <a:gdLst>
                  <a:gd name="textAreaLeft" fmla="*/ -360 w 98280"/>
                  <a:gd name="textAreaRight" fmla="*/ 98280 w 9828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920" rIns="90000" bIns="16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212;p4"/>
              <p:cNvSpPr/>
              <p:nvPr/>
            </p:nvSpPr>
            <p:spPr>
              <a:xfrm flipH="1">
                <a:off x="306360" y="4860720"/>
                <a:ext cx="100080" cy="34560"/>
              </a:xfrm>
              <a:custGeom>
                <a:avLst/>
                <a:gdLst>
                  <a:gd name="textAreaLeft" fmla="*/ 360 w 100080"/>
                  <a:gd name="textAreaRight" fmla="*/ 100800 w 10008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280" rIns="90000" bIns="172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213;p4"/>
              <p:cNvSpPr/>
              <p:nvPr/>
            </p:nvSpPr>
            <p:spPr>
              <a:xfrm flipH="1">
                <a:off x="305280" y="4859280"/>
                <a:ext cx="101520" cy="34920"/>
              </a:xfrm>
              <a:custGeom>
                <a:avLst/>
                <a:gdLst>
                  <a:gd name="textAreaLeft" fmla="*/ 360 w 101520"/>
                  <a:gd name="textAreaRight" fmla="*/ 102240 w 1015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640" rIns="90000" bIns="17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214;p4"/>
              <p:cNvSpPr/>
              <p:nvPr/>
            </p:nvSpPr>
            <p:spPr>
              <a:xfrm flipH="1">
                <a:off x="304200" y="4857840"/>
                <a:ext cx="102960" cy="3564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35640"/>
                  <a:gd name="textAreaBottom" fmla="*/ 36000 h 3564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215;p4"/>
              <p:cNvSpPr/>
              <p:nvPr/>
            </p:nvSpPr>
            <p:spPr>
              <a:xfrm flipH="1">
                <a:off x="303120" y="4856400"/>
                <a:ext cx="104400" cy="36000"/>
              </a:xfrm>
              <a:custGeom>
                <a:avLst/>
                <a:gdLst>
                  <a:gd name="textAreaLeft" fmla="*/ 360 w 104400"/>
                  <a:gd name="textAreaRight" fmla="*/ 105120 w 1044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216;p4"/>
              <p:cNvSpPr/>
              <p:nvPr/>
            </p:nvSpPr>
            <p:spPr>
              <a:xfrm flipH="1">
                <a:off x="302040" y="4854960"/>
                <a:ext cx="105840" cy="36360"/>
              </a:xfrm>
              <a:custGeom>
                <a:avLst/>
                <a:gdLst>
                  <a:gd name="textAreaLeft" fmla="*/ 360 w 105840"/>
                  <a:gd name="textAreaRight" fmla="*/ 106560 w 105840"/>
                  <a:gd name="textAreaTop" fmla="*/ 0 h 36360"/>
                  <a:gd name="textAreaBottom" fmla="*/ 36720 h 3636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217;p4"/>
              <p:cNvSpPr/>
              <p:nvPr/>
            </p:nvSpPr>
            <p:spPr>
              <a:xfrm flipH="1">
                <a:off x="300600" y="4853520"/>
                <a:ext cx="106920" cy="36720"/>
              </a:xfrm>
              <a:custGeom>
                <a:avLst/>
                <a:gdLst>
                  <a:gd name="textAreaLeft" fmla="*/ -360 w 106920"/>
                  <a:gd name="textAreaRight" fmla="*/ 106920 w 106920"/>
                  <a:gd name="textAreaTop" fmla="*/ 0 h 36720"/>
                  <a:gd name="textAreaBottom" fmla="*/ 37080 h 367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218;p4"/>
              <p:cNvSpPr/>
              <p:nvPr/>
            </p:nvSpPr>
            <p:spPr>
              <a:xfrm flipH="1">
                <a:off x="298440" y="4850640"/>
                <a:ext cx="109080" cy="38880"/>
              </a:xfrm>
              <a:custGeom>
                <a:avLst/>
                <a:gdLst>
                  <a:gd name="textAreaLeft" fmla="*/ -360 w 109080"/>
                  <a:gd name="textAreaRight" fmla="*/ 109080 w 109080"/>
                  <a:gd name="textAreaTop" fmla="*/ 0 h 38880"/>
                  <a:gd name="textAreaBottom" fmla="*/ 39240 h 3888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440" rIns="90000" bIns="19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219;p4"/>
              <p:cNvSpPr/>
              <p:nvPr/>
            </p:nvSpPr>
            <p:spPr>
              <a:xfrm flipH="1">
                <a:off x="297000" y="4847760"/>
                <a:ext cx="110520" cy="3924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220;p4"/>
              <p:cNvSpPr/>
              <p:nvPr/>
            </p:nvSpPr>
            <p:spPr>
              <a:xfrm flipH="1">
                <a:off x="295560" y="4845240"/>
                <a:ext cx="111960" cy="39960"/>
              </a:xfrm>
              <a:custGeom>
                <a:avLst/>
                <a:gdLst>
                  <a:gd name="textAreaLeft" fmla="*/ -360 w 111960"/>
                  <a:gd name="textAreaRight" fmla="*/ 111960 w 111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221;p4"/>
              <p:cNvSpPr/>
              <p:nvPr/>
            </p:nvSpPr>
            <p:spPr>
              <a:xfrm flipH="1">
                <a:off x="294120" y="4842360"/>
                <a:ext cx="113400" cy="4032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222;p4"/>
              <p:cNvSpPr/>
              <p:nvPr/>
            </p:nvSpPr>
            <p:spPr>
              <a:xfrm flipH="1">
                <a:off x="293040" y="4839840"/>
                <a:ext cx="114120" cy="40680"/>
              </a:xfrm>
              <a:custGeom>
                <a:avLst/>
                <a:gdLst>
                  <a:gd name="textAreaLeft" fmla="*/ -360 w 114120"/>
                  <a:gd name="textAreaRight" fmla="*/ 114120 w 114120"/>
                  <a:gd name="textAreaTop" fmla="*/ 0 h 40680"/>
                  <a:gd name="textAreaBottom" fmla="*/ 41040 h 4068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223;p4"/>
              <p:cNvSpPr/>
              <p:nvPr/>
            </p:nvSpPr>
            <p:spPr>
              <a:xfrm flipH="1">
                <a:off x="291960" y="4836960"/>
                <a:ext cx="114840" cy="4104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224;p4"/>
              <p:cNvSpPr/>
              <p:nvPr/>
            </p:nvSpPr>
            <p:spPr>
              <a:xfrm flipH="1">
                <a:off x="290520" y="4835160"/>
                <a:ext cx="115560" cy="38160"/>
              </a:xfrm>
              <a:custGeom>
                <a:avLst/>
                <a:gdLst>
                  <a:gd name="textAreaLeft" fmla="*/ -360 w 115560"/>
                  <a:gd name="textAreaRight" fmla="*/ 115560 w 11556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080" rIns="90000" bIns="19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225;p4"/>
              <p:cNvSpPr/>
              <p:nvPr/>
            </p:nvSpPr>
            <p:spPr>
              <a:xfrm flipH="1">
                <a:off x="290160" y="4845600"/>
                <a:ext cx="65160" cy="24840"/>
              </a:xfrm>
              <a:custGeom>
                <a:avLst/>
                <a:gdLst>
                  <a:gd name="textAreaLeft" fmla="*/ -360 w 65160"/>
                  <a:gd name="textAreaRight" fmla="*/ 65160 w 6516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226;p4"/>
              <p:cNvSpPr/>
              <p:nvPr/>
            </p:nvSpPr>
            <p:spPr>
              <a:xfrm flipH="1">
                <a:off x="290160" y="4843080"/>
                <a:ext cx="64800" cy="24840"/>
              </a:xfrm>
              <a:custGeom>
                <a:avLst/>
                <a:gdLst>
                  <a:gd name="textAreaLeft" fmla="*/ 360 w 64800"/>
                  <a:gd name="textAreaRight" fmla="*/ 65520 w 6480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227;p4"/>
              <p:cNvSpPr/>
              <p:nvPr/>
            </p:nvSpPr>
            <p:spPr>
              <a:xfrm flipH="1">
                <a:off x="290160" y="4838040"/>
                <a:ext cx="63360" cy="24480"/>
              </a:xfrm>
              <a:custGeom>
                <a:avLst/>
                <a:gdLst>
                  <a:gd name="textAreaLeft" fmla="*/ 360 w 63360"/>
                  <a:gd name="textAreaRight" fmla="*/ 64080 w 6336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240" rIns="90000" bIns="12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228;p4"/>
              <p:cNvSpPr/>
              <p:nvPr/>
            </p:nvSpPr>
            <p:spPr>
              <a:xfrm flipH="1">
                <a:off x="290160" y="4835520"/>
                <a:ext cx="62640" cy="2448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240" rIns="90000" bIns="12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229;p4"/>
              <p:cNvSpPr/>
              <p:nvPr/>
            </p:nvSpPr>
            <p:spPr>
              <a:xfrm flipH="1">
                <a:off x="290160" y="4831560"/>
                <a:ext cx="64800" cy="25560"/>
              </a:xfrm>
              <a:custGeom>
                <a:avLst/>
                <a:gdLst>
                  <a:gd name="textAreaLeft" fmla="*/ 360 w 64800"/>
                  <a:gd name="textAreaRight" fmla="*/ 65520 w 6480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960" rIns="90000" bIns="12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230;p4"/>
              <p:cNvSpPr/>
              <p:nvPr/>
            </p:nvSpPr>
            <p:spPr>
              <a:xfrm flipH="1">
                <a:off x="290160" y="4826160"/>
                <a:ext cx="72720" cy="28080"/>
              </a:xfrm>
              <a:custGeom>
                <a:avLst/>
                <a:gdLst>
                  <a:gd name="textAreaLeft" fmla="*/ 360 w 72720"/>
                  <a:gd name="textAreaRight" fmla="*/ 73440 w 72720"/>
                  <a:gd name="textAreaTop" fmla="*/ 0 h 28080"/>
                  <a:gd name="textAreaBottom" fmla="*/ 28440 h 2808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040" rIns="90000" bIns="14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231;p4"/>
              <p:cNvSpPr/>
              <p:nvPr/>
            </p:nvSpPr>
            <p:spPr>
              <a:xfrm flipH="1">
                <a:off x="290880" y="4821120"/>
                <a:ext cx="79200" cy="30240"/>
              </a:xfrm>
              <a:custGeom>
                <a:avLst/>
                <a:gdLst>
                  <a:gd name="textAreaLeft" fmla="*/ 360 w 79200"/>
                  <a:gd name="textAreaRight" fmla="*/ 79920 w 7920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232;p4"/>
              <p:cNvSpPr/>
              <p:nvPr/>
            </p:nvSpPr>
            <p:spPr>
              <a:xfrm flipH="1">
                <a:off x="291240" y="4816800"/>
                <a:ext cx="83520" cy="31680"/>
              </a:xfrm>
              <a:custGeom>
                <a:avLst/>
                <a:gdLst>
                  <a:gd name="textAreaLeft" fmla="*/ 360 w 83520"/>
                  <a:gd name="textAreaRight" fmla="*/ 84240 w 83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233;p4"/>
              <p:cNvSpPr/>
              <p:nvPr/>
            </p:nvSpPr>
            <p:spPr>
              <a:xfrm flipH="1">
                <a:off x="292680" y="4812840"/>
                <a:ext cx="86400" cy="3276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234;p4"/>
              <p:cNvSpPr/>
              <p:nvPr/>
            </p:nvSpPr>
            <p:spPr>
              <a:xfrm flipH="1">
                <a:off x="294120" y="4808880"/>
                <a:ext cx="87840" cy="33120"/>
              </a:xfrm>
              <a:custGeom>
                <a:avLst/>
                <a:gdLst>
                  <a:gd name="textAreaLeft" fmla="*/ 360 w 87840"/>
                  <a:gd name="textAreaRight" fmla="*/ 88560 w 8784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235;p4"/>
              <p:cNvSpPr/>
              <p:nvPr/>
            </p:nvSpPr>
            <p:spPr>
              <a:xfrm flipH="1">
                <a:off x="199800" y="4683600"/>
                <a:ext cx="278280" cy="278280"/>
              </a:xfrm>
              <a:custGeom>
                <a:avLst/>
                <a:gdLst>
                  <a:gd name="textAreaLeft" fmla="*/ -360 w 278280"/>
                  <a:gd name="textAreaRight" fmla="*/ 278280 w 278280"/>
                  <a:gd name="textAreaTop" fmla="*/ 0 h 278280"/>
                  <a:gd name="textAreaBottom" fmla="*/ 278640 h 27828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236;p4"/>
              <p:cNvSpPr/>
              <p:nvPr/>
            </p:nvSpPr>
            <p:spPr>
              <a:xfrm>
                <a:off x="191160" y="4680360"/>
                <a:ext cx="291960" cy="291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8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347"/>
          <p:cNvSpPr/>
          <p:nvPr/>
        </p:nvSpPr>
        <p:spPr>
          <a:xfrm>
            <a:off x="3174380" y="1066680"/>
            <a:ext cx="4274635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rgbClr val="243B50"/>
                </a:solidFill>
                <a:effectLst/>
                <a:uFillTx/>
                <a:latin typeface="Be Vietnam Pro"/>
              </a:rPr>
              <a:t>HR Dashboard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Rectangle 348"/>
          <p:cNvSpPr/>
          <p:nvPr/>
        </p:nvSpPr>
        <p:spPr>
          <a:xfrm>
            <a:off x="3107473" y="2468137"/>
            <a:ext cx="5226527" cy="16653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43B50"/>
                </a:solidFill>
                <a:effectLst/>
                <a:uFillTx/>
                <a:latin typeface="Inter"/>
              </a:rPr>
              <a:t>How to read, interpret, and act on workforce analytics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349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Workforce Health Snapshot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1" name="Rectangle 350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These five KPIs deliver a rapid health check. Total employees: 1,470 sets scale; active employees: 1,233 shows current workforce; attrition count: 237 and attrition rate: 16.12% reveal recent loss; average age: 37 indicates demographic central tendency. Together they signal scale, momentum, and structure of the workforce.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: Rounded Corners 351"/>
          <p:cNvSpPr/>
          <p:nvPr/>
        </p:nvSpPr>
        <p:spPr>
          <a:xfrm>
            <a:off x="2000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3" name="Rectangle: Rounded Corners 352"/>
          <p:cNvSpPr/>
          <p:nvPr/>
        </p:nvSpPr>
        <p:spPr>
          <a:xfrm>
            <a:off x="363852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4" name="Rectangle: Rounded Corners 353"/>
          <p:cNvSpPr/>
          <p:nvPr/>
        </p:nvSpPr>
        <p:spPr>
          <a:xfrm>
            <a:off x="52768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5" name="Rectangle: Rounded Corners 354"/>
          <p:cNvSpPr/>
          <p:nvPr/>
        </p:nvSpPr>
        <p:spPr>
          <a:xfrm>
            <a:off x="69152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6" name="Rectangle: Rounded Corners 355"/>
          <p:cNvSpPr/>
          <p:nvPr/>
        </p:nvSpPr>
        <p:spPr>
          <a:xfrm>
            <a:off x="476280" y="2000160"/>
            <a:ext cx="152352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7" name="Rectangle: Rounded Corners 356"/>
          <p:cNvSpPr/>
          <p:nvPr/>
        </p:nvSpPr>
        <p:spPr>
          <a:xfrm>
            <a:off x="1238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8" name="Rectangle: Rounded Corners 357"/>
          <p:cNvSpPr/>
          <p:nvPr/>
        </p:nvSpPr>
        <p:spPr>
          <a:xfrm>
            <a:off x="2114640" y="2000160"/>
            <a:ext cx="152352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9" name="Rectangle: Rounded Corners 358"/>
          <p:cNvSpPr/>
          <p:nvPr/>
        </p:nvSpPr>
        <p:spPr>
          <a:xfrm>
            <a:off x="2876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0" name="Rectangle: Rounded Corners 359"/>
          <p:cNvSpPr/>
          <p:nvPr/>
        </p:nvSpPr>
        <p:spPr>
          <a:xfrm>
            <a:off x="3753000" y="2000160"/>
            <a:ext cx="152352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1" name="Rectangle: Rounded Corners 360"/>
          <p:cNvSpPr/>
          <p:nvPr/>
        </p:nvSpPr>
        <p:spPr>
          <a:xfrm>
            <a:off x="45147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2" name="Rectangle: Rounded Corners 361"/>
          <p:cNvSpPr/>
          <p:nvPr/>
        </p:nvSpPr>
        <p:spPr>
          <a:xfrm>
            <a:off x="5391000" y="2000160"/>
            <a:ext cx="152352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3" name="Rectangle: Rounded Corners 362"/>
          <p:cNvSpPr/>
          <p:nvPr/>
        </p:nvSpPr>
        <p:spPr>
          <a:xfrm>
            <a:off x="61531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" name="Rectangle: Rounded Corners 363"/>
          <p:cNvSpPr/>
          <p:nvPr/>
        </p:nvSpPr>
        <p:spPr>
          <a:xfrm>
            <a:off x="7029360" y="2000160"/>
            <a:ext cx="1523520" cy="209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5" name="Rectangle: Rounded Corners 364"/>
          <p:cNvSpPr/>
          <p:nvPr/>
        </p:nvSpPr>
        <p:spPr>
          <a:xfrm>
            <a:off x="779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179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" name="Rectangle 365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Triage Steps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7" name="Rectangle 366"/>
          <p:cNvSpPr/>
          <p:nvPr/>
        </p:nvSpPr>
        <p:spPr>
          <a:xfrm>
            <a:off x="476280" y="12193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Validate KPIs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8" name="Rectangle 367"/>
          <p:cNvSpPr/>
          <p:nvPr/>
        </p:nvSpPr>
        <p:spPr>
          <a:xfrm>
            <a:off x="476280" y="2619360"/>
            <a:ext cx="15235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Confirm totals and calculations (e.g., attrition rate = 237 / 1470 = 16.12%).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9" name="Rectangle 368"/>
          <p:cNvSpPr/>
          <p:nvPr/>
        </p:nvSpPr>
        <p:spPr>
          <a:xfrm>
            <a:off x="2114640" y="1219320"/>
            <a:ext cx="15235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High-share Segments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2114640" y="2619360"/>
            <a:ext cx="152352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Scan department and education charts for the largest shares; for example, if R&amp;D accounts for 56.12% of attrition, place R&amp;D at the top of this step.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1" name="Rectangle 370"/>
          <p:cNvSpPr/>
          <p:nvPr/>
        </p:nvSpPr>
        <p:spPr>
          <a:xfrm>
            <a:off x="3753000" y="1219320"/>
            <a:ext cx="152352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Cross-segment Check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2" name="Rectangle 371"/>
          <p:cNvSpPr/>
          <p:nvPr/>
        </p:nvSpPr>
        <p:spPr>
          <a:xfrm>
            <a:off x="3753000" y="261936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Compare those segments against age and satisfaction visuals.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3" name="Rectangle 372"/>
          <p:cNvSpPr/>
          <p:nvPr/>
        </p:nvSpPr>
        <p:spPr>
          <a:xfrm>
            <a:off x="5391000" y="1219320"/>
            <a:ext cx="152352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Form Hypotheses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4" name="Rectangle 373"/>
          <p:cNvSpPr/>
          <p:nvPr/>
        </p:nvSpPr>
        <p:spPr>
          <a:xfrm>
            <a:off x="5391000" y="2619360"/>
            <a:ext cx="152352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Convert patterns into 2–3 testable causes (e.g., compensation, career path, workload).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5" name="Rectangle 374"/>
          <p:cNvSpPr/>
          <p:nvPr/>
        </p:nvSpPr>
        <p:spPr>
          <a:xfrm>
            <a:off x="7029360" y="12193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Prioritize Actions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6" name="Rectangle 375"/>
          <p:cNvSpPr/>
          <p:nvPr/>
        </p:nvSpPr>
        <p:spPr>
          <a:xfrm>
            <a:off x="7029360" y="261936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Rank by impact and effort, prioritizing quick wins first.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376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Concentrated Attrition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476280" y="1905120"/>
            <a:ext cx="8191080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When one department accounts for a large share of attrition, it signals a concentrated problem, not a random spike. In this example, R&amp;D shows 133 records, representing 56.12% of 237 total, while Sales has 92 (38.82%), and HR 12 (5.06%). Prioritize R&amp;D first and examine sub-teams, hire/exit timing, tenure distribution, and manager-level patterns rather than assuming a uniform spread.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378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Patterns Reveal Causes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0" name="Rectangle 379"/>
          <p:cNvSpPr/>
          <p:nvPr/>
        </p:nvSpPr>
        <p:spPr>
          <a:xfrm>
            <a:off x="476280" y="1333440"/>
            <a:ext cx="39049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Compare the middle chart (male vs. female counts by age) with the job satisfaction table. If the 25–34 group is overrepresented in R&amp;D and shows low satisfaction (ratings clustered at 1–2), this strengthens a hypothesis that role-related dissatisfaction drives attrition in younger engineers.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1" name="Rectangle 380"/>
          <p:cNvSpPr/>
          <p:nvPr/>
        </p:nvSpPr>
        <p:spPr>
          <a:xfrm>
            <a:off x="4762440" y="1333440"/>
            <a:ext cx="3904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If satisfaction is high yet attrition is high, investigate external factors (market demand, compensation). If low satisfaction aligns with high representation in a specific role, that suggests a root-cause signal worth targeting.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2" name="Rectangle 381"/>
          <p:cNvSpPr/>
          <p:nvPr/>
        </p:nvSpPr>
        <p:spPr>
          <a:xfrm>
            <a:off x="476280" y="4381560"/>
            <a:ext cx="81910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Cross-segment comparisons separate correlated patterns from true root causes.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: Rounded Corners 382"/>
          <p:cNvSpPr/>
          <p:nvPr/>
        </p:nvSpPr>
        <p:spPr>
          <a:xfrm>
            <a:off x="47628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Rectangle: Rounded Corners 383"/>
          <p:cNvSpPr/>
          <p:nvPr/>
        </p:nvSpPr>
        <p:spPr>
          <a:xfrm>
            <a:off x="320040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5" name="Rectangle: Rounded Corners 384"/>
          <p:cNvSpPr/>
          <p:nvPr/>
        </p:nvSpPr>
        <p:spPr>
          <a:xfrm>
            <a:off x="5924520" y="1866960"/>
            <a:ext cx="2495160" cy="28000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6" name="Rectangle 385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3-Step Investigation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7" name="Rectangle 386"/>
          <p:cNvSpPr/>
          <p:nvPr/>
        </p:nvSpPr>
        <p:spPr>
          <a:xfrm>
            <a:off x="47628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6720" y="2133720"/>
            <a:ext cx="21142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Data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9" name="Rectangle 388"/>
          <p:cNvSpPr/>
          <p:nvPr/>
        </p:nvSpPr>
        <p:spPr>
          <a:xfrm>
            <a:off x="666720" y="2666880"/>
            <a:ext cx="211428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Slice attrition by tenure, sub-department, manager, and exit reason; produce supporting tables and pulls.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0" name="Rectangle 389"/>
          <p:cNvSpPr/>
          <p:nvPr/>
        </p:nvSpPr>
        <p:spPr>
          <a:xfrm>
            <a:off x="320040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1" name="Rectangle 390"/>
          <p:cNvSpPr/>
          <p:nvPr/>
        </p:nvSpPr>
        <p:spPr>
          <a:xfrm>
            <a:off x="3390840" y="2133720"/>
            <a:ext cx="21142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Rapid Analyses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2" name="Rectangle 391"/>
          <p:cNvSpPr/>
          <p:nvPr/>
        </p:nvSpPr>
        <p:spPr>
          <a:xfrm>
            <a:off x="3390840" y="2666880"/>
            <a:ext cx="211428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Run three focused analyses (tenure vs attrition, satisfaction vs attrition, compensation vs market) and conduct 1–2 stakeholder interviews for context.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3" name="Rectangle 392"/>
          <p:cNvSpPr/>
          <p:nvPr/>
        </p:nvSpPr>
        <p:spPr>
          <a:xfrm>
            <a:off x="592452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4" name="Rectangle 393"/>
          <p:cNvSpPr/>
          <p:nvPr/>
        </p:nvSpPr>
        <p:spPr>
          <a:xfrm>
            <a:off x="6114960" y="2133720"/>
            <a:ext cx="21142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Actions &amp; Owners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5" name="Rectangle 394"/>
          <p:cNvSpPr/>
          <p:nvPr/>
        </p:nvSpPr>
        <p:spPr>
          <a:xfrm>
            <a:off x="6114960" y="2666880"/>
            <a:ext cx="2114280" cy="12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Define 3 interventions with owners, success metrics, and 60/90-day checkpoints (e.g., revised retention bonus, manager coaching, targeted engagement survey).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395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Metrics Snapshot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7" name="Rectangle 396"/>
          <p:cNvSpPr/>
          <p:nvPr/>
        </p:nvSpPr>
        <p:spPr>
          <a:xfrm>
            <a:off x="476280" y="142884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1,470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8" name="Rectangle 397"/>
          <p:cNvSpPr/>
          <p:nvPr/>
        </p:nvSpPr>
        <p:spPr>
          <a:xfrm>
            <a:off x="3809880" y="142884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Baseline headcount to monitor changes.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9" name="Rectangle 398"/>
          <p:cNvSpPr/>
          <p:nvPr/>
        </p:nvSpPr>
        <p:spPr>
          <a:xfrm>
            <a:off x="476280" y="207648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1,233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0" name="Rectangle 399"/>
          <p:cNvSpPr/>
          <p:nvPr/>
        </p:nvSpPr>
        <p:spPr>
          <a:xfrm>
            <a:off x="3809880" y="207648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Current active workforce size.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1" name="Rectangle 400"/>
          <p:cNvSpPr/>
          <p:nvPr/>
        </p:nvSpPr>
        <p:spPr>
          <a:xfrm>
            <a:off x="476280" y="272412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237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2" name="Rectangle 401"/>
          <p:cNvSpPr/>
          <p:nvPr/>
        </p:nvSpPr>
        <p:spPr>
          <a:xfrm>
            <a:off x="3809880" y="272412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Baseline attrition count; monthly movement to monitor.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3" name="Rectangle 402"/>
          <p:cNvSpPr/>
          <p:nvPr/>
        </p:nvSpPr>
        <p:spPr>
          <a:xfrm>
            <a:off x="476280" y="337176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16.12%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4" name="Rectangle 403"/>
          <p:cNvSpPr/>
          <p:nvPr/>
        </p:nvSpPr>
        <p:spPr>
          <a:xfrm>
            <a:off x="3809880" y="337176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Attrition rate at cadence; track trend.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5" name="Rectangle 404"/>
          <p:cNvSpPr/>
          <p:nvPr/>
        </p:nvSpPr>
        <p:spPr>
          <a:xfrm>
            <a:off x="476280" y="401940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43B50"/>
                </a:solidFill>
                <a:effectLst/>
                <a:uFillTx/>
                <a:latin typeface="Be Vietnam Pro"/>
              </a:rPr>
              <a:t>37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Rectangle 405"/>
          <p:cNvSpPr/>
          <p:nvPr/>
        </p:nvSpPr>
        <p:spPr>
          <a:xfrm>
            <a:off x="3809880" y="401940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3B50"/>
                </a:solidFill>
                <a:effectLst/>
                <a:uFillTx/>
                <a:latin typeface="Inter"/>
              </a:rPr>
              <a:t>Average employee age; watch demographic shifts.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2241;p47"/>
          <p:cNvSpPr/>
          <p:nvPr/>
        </p:nvSpPr>
        <p:spPr>
          <a:xfrm>
            <a:off x="933480" y="2610000"/>
            <a:ext cx="495000" cy="495000"/>
          </a:xfrm>
          <a:prstGeom prst="rect">
            <a:avLst/>
          </a:prstGeom>
          <a:solidFill>
            <a:schemeClr val="accent5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47680" rIns="870823080" bIns="24768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828720" y="-412200"/>
            <a:ext cx="365724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u="none" strike="noStrike">
                <a:solidFill>
                  <a:schemeClr val="dk1"/>
                </a:solidFill>
                <a:effectLst/>
                <a:uFillTx/>
                <a:latin typeface="Be Vietnam Pro"/>
                <a:ea typeface="Be Vietnam Pro"/>
              </a:rPr>
              <a:t>Thanks!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subTitle"/>
          </p:nvPr>
        </p:nvSpPr>
        <p:spPr>
          <a:xfrm>
            <a:off x="828720" y="1552680"/>
            <a:ext cx="3657240" cy="89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Do you have any questions?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youremail@freepik.com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+34 654 321 432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yourwebsite.com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2244;p47"/>
          <p:cNvSpPr/>
          <p:nvPr/>
        </p:nvSpPr>
        <p:spPr>
          <a:xfrm>
            <a:off x="828720" y="404820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-2643480" rIns="870823080" bIns="-264348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11" name="Google Shape;2245;p47"/>
          <p:cNvGrpSpPr/>
          <p:nvPr/>
        </p:nvGrpSpPr>
        <p:grpSpPr>
          <a:xfrm>
            <a:off x="5511600" y="992880"/>
            <a:ext cx="2600640" cy="3401640"/>
            <a:chOff x="5511600" y="992880"/>
            <a:chExt cx="2600640" cy="3401640"/>
          </a:xfrm>
        </p:grpSpPr>
        <p:grpSp>
          <p:nvGrpSpPr>
            <p:cNvPr id="412" name="Google Shape;2246;p47"/>
            <p:cNvGrpSpPr/>
            <p:nvPr/>
          </p:nvGrpSpPr>
          <p:grpSpPr>
            <a:xfrm>
              <a:off x="5511600" y="992880"/>
              <a:ext cx="2600640" cy="1580400"/>
              <a:chOff x="5511600" y="992880"/>
              <a:chExt cx="2600640" cy="1580400"/>
            </a:xfrm>
          </p:grpSpPr>
          <p:sp>
            <p:nvSpPr>
              <p:cNvPr id="413" name="Google Shape;2247;p47"/>
              <p:cNvSpPr/>
              <p:nvPr/>
            </p:nvSpPr>
            <p:spPr>
              <a:xfrm>
                <a:off x="5511600" y="992880"/>
                <a:ext cx="2600640" cy="1580400"/>
              </a:xfrm>
              <a:prstGeom prst="roundRect">
                <a:avLst>
                  <a:gd name="adj" fmla="val 2339"/>
                </a:avLst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14" name="Google Shape;2248;p47"/>
              <p:cNvGrpSpPr/>
              <p:nvPr/>
            </p:nvGrpSpPr>
            <p:grpSpPr>
              <a:xfrm>
                <a:off x="5597280" y="1085400"/>
                <a:ext cx="2429280" cy="1395360"/>
                <a:chOff x="5597280" y="1085400"/>
                <a:chExt cx="2429280" cy="1395360"/>
              </a:xfrm>
            </p:grpSpPr>
            <p:grpSp>
              <p:nvGrpSpPr>
                <p:cNvPr id="415" name="Google Shape;2249;p47"/>
                <p:cNvGrpSpPr/>
                <p:nvPr/>
              </p:nvGrpSpPr>
              <p:grpSpPr>
                <a:xfrm>
                  <a:off x="5597280" y="1085400"/>
                  <a:ext cx="2429280" cy="1394280"/>
                  <a:chOff x="5597280" y="1085400"/>
                  <a:chExt cx="2429280" cy="1394280"/>
                </a:xfrm>
              </p:grpSpPr>
              <p:sp>
                <p:nvSpPr>
                  <p:cNvPr id="416" name="Google Shape;2250;p47"/>
                  <p:cNvSpPr/>
                  <p:nvPr/>
                </p:nvSpPr>
                <p:spPr>
                  <a:xfrm>
                    <a:off x="5597280" y="1085400"/>
                    <a:ext cx="2429280" cy="1394280"/>
                  </a:xfrm>
                  <a:prstGeom prst="rect">
                    <a:avLst/>
                  </a:prstGeom>
                  <a:noFill/>
                  <a:ln w="9525">
                    <a:solidFill>
                      <a:srgbClr val="D9E7D8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cxnSp>
                <p:nvCxnSpPr>
                  <p:cNvPr id="417" name="Google Shape;2251;p47"/>
                  <p:cNvCxnSpPr/>
                  <p:nvPr/>
                </p:nvCxnSpPr>
                <p:spPr>
                  <a:xfrm flipH="1">
                    <a:off x="5597280" y="127116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18" name="Google Shape;2252;p47"/>
                  <p:cNvCxnSpPr/>
                  <p:nvPr/>
                </p:nvCxnSpPr>
                <p:spPr>
                  <a:xfrm flipH="1">
                    <a:off x="5597280" y="143820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19" name="Google Shape;2253;p47"/>
                  <p:cNvCxnSpPr/>
                  <p:nvPr/>
                </p:nvCxnSpPr>
                <p:spPr>
                  <a:xfrm flipH="1">
                    <a:off x="5597280" y="161316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20" name="Google Shape;2254;p47"/>
                  <p:cNvCxnSpPr/>
                  <p:nvPr/>
                </p:nvCxnSpPr>
                <p:spPr>
                  <a:xfrm flipH="1">
                    <a:off x="5597280" y="178524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21" name="Google Shape;2255;p47"/>
                  <p:cNvCxnSpPr/>
                  <p:nvPr/>
                </p:nvCxnSpPr>
                <p:spPr>
                  <a:xfrm flipH="1">
                    <a:off x="5597280" y="195984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22" name="Google Shape;2256;p47"/>
                  <p:cNvCxnSpPr/>
                  <p:nvPr/>
                </p:nvCxnSpPr>
                <p:spPr>
                  <a:xfrm flipH="1">
                    <a:off x="5597280" y="213012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423" name="Google Shape;2257;p47"/>
                  <p:cNvCxnSpPr/>
                  <p:nvPr/>
                </p:nvCxnSpPr>
                <p:spPr>
                  <a:xfrm flipH="1">
                    <a:off x="5597280" y="230112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</p:grpSp>
            <p:cxnSp>
              <p:nvCxnSpPr>
                <p:cNvPr id="424" name="Google Shape;2258;p47"/>
                <p:cNvCxnSpPr/>
                <p:nvPr/>
              </p:nvCxnSpPr>
              <p:spPr>
                <a:xfrm flipV="1">
                  <a:off x="6402600" y="1085400"/>
                  <a:ext cx="360" cy="139572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425" name="Google Shape;2259;p47"/>
                <p:cNvCxnSpPr/>
                <p:nvPr/>
              </p:nvCxnSpPr>
              <p:spPr>
                <a:xfrm flipV="1">
                  <a:off x="7211160" y="1087920"/>
                  <a:ext cx="360" cy="139320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</p:grpSp>
          <p:sp>
            <p:nvSpPr>
              <p:cNvPr id="426" name="Google Shape;2260;p47"/>
              <p:cNvSpPr/>
              <p:nvPr/>
            </p:nvSpPr>
            <p:spPr>
              <a:xfrm>
                <a:off x="5676840" y="1450800"/>
                <a:ext cx="2300760" cy="990000"/>
              </a:xfrm>
              <a:custGeom>
                <a:avLst/>
                <a:gdLst>
                  <a:gd name="textAreaLeft" fmla="*/ 0 w 2300760"/>
                  <a:gd name="textAreaRight" fmla="*/ 2301120 w 2300760"/>
                  <a:gd name="textAreaTop" fmla="*/ 0 h 990000"/>
                  <a:gd name="textAreaBottom" fmla="*/ 990360 h 990000"/>
                </a:gdLst>
                <a:ahLst/>
                <a:cxnLst/>
                <a:rect l="textAreaLeft" t="textAreaTop" r="textAreaRight" b="textAreaBottom"/>
                <a:pathLst>
                  <a:path w="7546" h="3247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7" name="Google Shape;2261;p47"/>
              <p:cNvGrpSpPr/>
              <p:nvPr/>
            </p:nvGrpSpPr>
            <p:grpSpPr>
              <a:xfrm>
                <a:off x="5649840" y="1420560"/>
                <a:ext cx="2356560" cy="1046160"/>
                <a:chOff x="5649840" y="1420560"/>
                <a:chExt cx="2356560" cy="1046160"/>
              </a:xfrm>
            </p:grpSpPr>
            <p:sp>
              <p:nvSpPr>
                <p:cNvPr id="428" name="Google Shape;2262;p47"/>
                <p:cNvSpPr/>
                <p:nvPr/>
              </p:nvSpPr>
              <p:spPr>
                <a:xfrm>
                  <a:off x="5649840" y="2398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9" name="Google Shape;2263;p47"/>
                <p:cNvSpPr/>
                <p:nvPr/>
              </p:nvSpPr>
              <p:spPr>
                <a:xfrm>
                  <a:off x="6150600" y="17917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5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49"/>
                        <a:pt x="50" y="0"/>
                        <a:pt x="112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0" name="Google Shape;2264;p47"/>
                <p:cNvSpPr/>
                <p:nvPr/>
              </p:nvSpPr>
              <p:spPr>
                <a:xfrm>
                  <a:off x="6524280" y="21628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1" name="Google Shape;2265;p47"/>
                <p:cNvSpPr/>
                <p:nvPr/>
              </p:nvSpPr>
              <p:spPr>
                <a:xfrm>
                  <a:off x="7031160" y="1463040"/>
                  <a:ext cx="68040" cy="68400"/>
                </a:xfrm>
                <a:custGeom>
                  <a:avLst/>
                  <a:gdLst>
                    <a:gd name="textAreaLeft" fmla="*/ 0 w 68040"/>
                    <a:gd name="textAreaRight" fmla="*/ 68400 w 6804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4" h="225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2" name="Google Shape;2266;p47"/>
                <p:cNvSpPr/>
                <p:nvPr/>
              </p:nvSpPr>
              <p:spPr>
                <a:xfrm>
                  <a:off x="7231680" y="171324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3" name="Google Shape;2267;p47"/>
                <p:cNvSpPr/>
                <p:nvPr/>
              </p:nvSpPr>
              <p:spPr>
                <a:xfrm>
                  <a:off x="7514640" y="1510200"/>
                  <a:ext cx="68040" cy="68400"/>
                </a:xfrm>
                <a:custGeom>
                  <a:avLst/>
                  <a:gdLst>
                    <a:gd name="textAreaLeft" fmla="*/ 0 w 68040"/>
                    <a:gd name="textAreaRight" fmla="*/ 68400 w 6804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4" h="225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4" name="Google Shape;2268;p47"/>
                <p:cNvSpPr/>
                <p:nvPr/>
              </p:nvSpPr>
              <p:spPr>
                <a:xfrm>
                  <a:off x="7938000" y="1420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35" name="Google Shape;2269;p47"/>
              <p:cNvGrpSpPr/>
              <p:nvPr/>
            </p:nvGrpSpPr>
            <p:grpSpPr>
              <a:xfrm>
                <a:off x="5715720" y="1302120"/>
                <a:ext cx="967680" cy="477720"/>
                <a:chOff x="5715720" y="1302120"/>
                <a:chExt cx="967680" cy="477720"/>
              </a:xfrm>
            </p:grpSpPr>
            <p:sp>
              <p:nvSpPr>
                <p:cNvPr id="436" name="Google Shape;2270;p47"/>
                <p:cNvSpPr/>
                <p:nvPr/>
              </p:nvSpPr>
              <p:spPr>
                <a:xfrm>
                  <a:off x="5715720" y="13024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1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7" name="Google Shape;2271;p47"/>
                <p:cNvSpPr/>
                <p:nvPr/>
              </p:nvSpPr>
              <p:spPr>
                <a:xfrm>
                  <a:off x="5847480" y="13024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8" name="Google Shape;2272;p47"/>
                <p:cNvSpPr/>
                <p:nvPr/>
              </p:nvSpPr>
              <p:spPr>
                <a:xfrm>
                  <a:off x="5979240" y="14479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9" name="Google Shape;2273;p47"/>
                <p:cNvSpPr/>
                <p:nvPr/>
              </p:nvSpPr>
              <p:spPr>
                <a:xfrm>
                  <a:off x="5913360" y="13507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0" name="Google Shape;2274;p47"/>
                <p:cNvSpPr/>
                <p:nvPr/>
              </p:nvSpPr>
              <p:spPr>
                <a:xfrm>
                  <a:off x="6176880" y="135072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1" name="Google Shape;2275;p47"/>
                <p:cNvSpPr/>
                <p:nvPr/>
              </p:nvSpPr>
              <p:spPr>
                <a:xfrm>
                  <a:off x="6242760" y="144180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2" name="Google Shape;2276;p47"/>
                <p:cNvSpPr/>
                <p:nvPr/>
              </p:nvSpPr>
              <p:spPr>
                <a:xfrm>
                  <a:off x="6571800" y="1473120"/>
                  <a:ext cx="42840" cy="1976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640"/>
                    <a:gd name="textAreaBottom" fmla="*/ 198000 h 197640"/>
                  </a:gdLst>
                  <a:ahLst/>
                  <a:cxnLst/>
                  <a:rect l="textAreaLeft" t="textAreaTop" r="textAreaRight" b="textAreaBottom"/>
                  <a:pathLst>
                    <a:path w="142" h="649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2"/>
                      </a:cubicBezTo>
                      <a:lnTo>
                        <a:pt x="142" y="577"/>
                      </a:lnTo>
                      <a:cubicBezTo>
                        <a:pt x="142" y="617"/>
                        <a:pt x="110" y="649"/>
                        <a:pt x="71" y="649"/>
                      </a:cubicBezTo>
                      <a:cubicBezTo>
                        <a:pt x="32" y="649"/>
                        <a:pt x="0" y="617"/>
                        <a:pt x="0" y="577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3" name="Google Shape;2277;p47"/>
                <p:cNvSpPr/>
                <p:nvPr/>
              </p:nvSpPr>
              <p:spPr>
                <a:xfrm>
                  <a:off x="6640560" y="156024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4" name="Google Shape;2278;p47"/>
                <p:cNvSpPr/>
                <p:nvPr/>
              </p:nvSpPr>
              <p:spPr>
                <a:xfrm>
                  <a:off x="6308640" y="1501560"/>
                  <a:ext cx="42840" cy="278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78280"/>
                    <a:gd name="textAreaBottom" fmla="*/ 278640 h 278280"/>
                  </a:gdLst>
                  <a:ahLst/>
                  <a:cxnLst/>
                  <a:rect l="textAreaLeft" t="textAreaTop" r="textAreaRight" b="textAreaBottom"/>
                  <a:pathLst>
                    <a:path w="142" h="914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843"/>
                      </a:lnTo>
                      <a:cubicBezTo>
                        <a:pt x="142" y="882"/>
                        <a:pt x="110" y="914"/>
                        <a:pt x="71" y="914"/>
                      </a:cubicBezTo>
                      <a:cubicBezTo>
                        <a:pt x="32" y="914"/>
                        <a:pt x="0" y="882"/>
                        <a:pt x="0" y="843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5" name="Google Shape;2279;p47"/>
                <p:cNvSpPr/>
                <p:nvPr/>
              </p:nvSpPr>
              <p:spPr>
                <a:xfrm>
                  <a:off x="6507360" y="1302120"/>
                  <a:ext cx="43200" cy="278280"/>
                </a:xfrm>
                <a:custGeom>
                  <a:avLst/>
                  <a:gdLst>
                    <a:gd name="textAreaLeft" fmla="*/ 0 w 43200"/>
                    <a:gd name="textAreaRight" fmla="*/ 43560 w 43200"/>
                    <a:gd name="textAreaTop" fmla="*/ 0 h 278280"/>
                    <a:gd name="textAreaBottom" fmla="*/ 278640 h 278280"/>
                  </a:gdLst>
                  <a:ahLst/>
                  <a:cxnLst/>
                  <a:rect l="textAreaLeft" t="textAreaTop" r="textAreaRight" b="textAreaBottom"/>
                  <a:pathLst>
                    <a:path w="143" h="914">
                      <a:moveTo>
                        <a:pt x="72" y="0"/>
                      </a:moveTo>
                      <a:cubicBezTo>
                        <a:pt x="111" y="0"/>
                        <a:pt x="143" y="32"/>
                        <a:pt x="143" y="71"/>
                      </a:cubicBezTo>
                      <a:lnTo>
                        <a:pt x="143" y="842"/>
                      </a:lnTo>
                      <a:cubicBezTo>
                        <a:pt x="143" y="882"/>
                        <a:pt x="111" y="914"/>
                        <a:pt x="72" y="914"/>
                      </a:cubicBezTo>
                      <a:cubicBezTo>
                        <a:pt x="32" y="914"/>
                        <a:pt x="0" y="882"/>
                        <a:pt x="0" y="842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6" name="Google Shape;2280;p47"/>
              <p:cNvGrpSpPr/>
              <p:nvPr/>
            </p:nvGrpSpPr>
            <p:grpSpPr>
              <a:xfrm>
                <a:off x="5649840" y="1201680"/>
                <a:ext cx="1172160" cy="464400"/>
                <a:chOff x="5649840" y="1201680"/>
                <a:chExt cx="1172160" cy="464400"/>
              </a:xfrm>
            </p:grpSpPr>
            <p:sp>
              <p:nvSpPr>
                <p:cNvPr id="447" name="Google Shape;2281;p47"/>
                <p:cNvSpPr/>
                <p:nvPr/>
              </p:nvSpPr>
              <p:spPr>
                <a:xfrm>
                  <a:off x="5649840" y="12016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1" y="0"/>
                        <a:pt x="142" y="32"/>
                        <a:pt x="142" y="72"/>
                      </a:cubicBezTo>
                      <a:lnTo>
                        <a:pt x="142" y="986"/>
                      </a:lnTo>
                      <a:cubicBezTo>
                        <a:pt x="142" y="1025"/>
                        <a:pt x="111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8" name="Google Shape;2282;p47"/>
                <p:cNvSpPr/>
                <p:nvPr/>
              </p:nvSpPr>
              <p:spPr>
                <a:xfrm>
                  <a:off x="5781600" y="121356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9" name="Google Shape;2283;p47"/>
                <p:cNvSpPr/>
                <p:nvPr/>
              </p:nvSpPr>
              <p:spPr>
                <a:xfrm>
                  <a:off x="6045120" y="12985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0" name="Google Shape;2284;p47"/>
                <p:cNvSpPr/>
                <p:nvPr/>
              </p:nvSpPr>
              <p:spPr>
                <a:xfrm>
                  <a:off x="6111000" y="12322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1" name="Google Shape;2285;p47"/>
                <p:cNvSpPr/>
                <p:nvPr/>
              </p:nvSpPr>
              <p:spPr>
                <a:xfrm>
                  <a:off x="6374520" y="134424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2" name="Google Shape;2286;p47"/>
                <p:cNvSpPr/>
                <p:nvPr/>
              </p:nvSpPr>
              <p:spPr>
                <a:xfrm>
                  <a:off x="6440400" y="126504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6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3" name="Google Shape;2287;p47"/>
                <p:cNvSpPr/>
                <p:nvPr/>
              </p:nvSpPr>
              <p:spPr>
                <a:xfrm>
                  <a:off x="6709680" y="139824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2288;p47"/>
                <p:cNvSpPr/>
                <p:nvPr/>
              </p:nvSpPr>
              <p:spPr>
                <a:xfrm>
                  <a:off x="6779160" y="124128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1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55" name="Google Shape;2289;p47"/>
              <p:cNvSpPr/>
              <p:nvPr/>
            </p:nvSpPr>
            <p:spPr>
              <a:xfrm>
                <a:off x="7425720" y="1222560"/>
                <a:ext cx="290160" cy="78840"/>
              </a:xfrm>
              <a:custGeom>
                <a:avLst/>
                <a:gdLst>
                  <a:gd name="textAreaLeft" fmla="*/ 0 w 290160"/>
                  <a:gd name="textAreaRight" fmla="*/ 290520 w 290160"/>
                  <a:gd name="textAreaTop" fmla="*/ 0 h 78840"/>
                  <a:gd name="textAreaBottom" fmla="*/ 79200 h 78840"/>
                </a:gdLst>
                <a:ahLst/>
                <a:cxnLst/>
                <a:rect l="textAreaLeft" t="textAreaTop" r="textAreaRight" b="textAreaBottom"/>
                <a:pathLst>
                  <a:path w="953" h="260">
                    <a:moveTo>
                      <a:pt x="823" y="260"/>
                    </a:moveTo>
                    <a:lnTo>
                      <a:pt x="130" y="260"/>
                    </a:lnTo>
                    <a:cubicBezTo>
                      <a:pt x="58" y="260"/>
                      <a:pt x="0" y="202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30" y="0"/>
                    </a:cubicBezTo>
                    <a:lnTo>
                      <a:pt x="823" y="0"/>
                    </a:lnTo>
                    <a:cubicBezTo>
                      <a:pt x="895" y="0"/>
                      <a:pt x="953" y="59"/>
                      <a:pt x="953" y="130"/>
                    </a:cubicBezTo>
                    <a:lnTo>
                      <a:pt x="953" y="130"/>
                    </a:lnTo>
                    <a:cubicBezTo>
                      <a:pt x="953" y="202"/>
                      <a:pt x="895" y="260"/>
                      <a:pt x="823" y="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9600" rIns="90000" bIns="39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6" name="Google Shape;2290;p47"/>
              <p:cNvSpPr/>
              <p:nvPr/>
            </p:nvSpPr>
            <p:spPr>
              <a:xfrm>
                <a:off x="6422760" y="2271240"/>
                <a:ext cx="290160" cy="78480"/>
              </a:xfrm>
              <a:custGeom>
                <a:avLst/>
                <a:gdLst>
                  <a:gd name="textAreaLeft" fmla="*/ 0 w 290160"/>
                  <a:gd name="textAreaRight" fmla="*/ 290520 w 2901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953" h="259">
                    <a:moveTo>
                      <a:pt x="823" y="259"/>
                    </a:moveTo>
                    <a:lnTo>
                      <a:pt x="129" y="259"/>
                    </a:lnTo>
                    <a:cubicBezTo>
                      <a:pt x="58" y="259"/>
                      <a:pt x="0" y="201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29" y="0"/>
                    </a:cubicBezTo>
                    <a:lnTo>
                      <a:pt x="823" y="0"/>
                    </a:lnTo>
                    <a:cubicBezTo>
                      <a:pt x="895" y="0"/>
                      <a:pt x="953" y="58"/>
                      <a:pt x="953" y="130"/>
                    </a:cubicBezTo>
                    <a:lnTo>
                      <a:pt x="953" y="130"/>
                    </a:lnTo>
                    <a:cubicBezTo>
                      <a:pt x="952" y="201"/>
                      <a:pt x="894" y="259"/>
                      <a:pt x="82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9240" rIns="90000" bIns="39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57" name="Google Shape;2291;p47"/>
            <p:cNvSpPr/>
            <p:nvPr/>
          </p:nvSpPr>
          <p:spPr>
            <a:xfrm flipH="1">
              <a:off x="6825600" y="4309920"/>
              <a:ext cx="1224000" cy="84600"/>
            </a:xfrm>
            <a:custGeom>
              <a:avLst/>
              <a:gdLst>
                <a:gd name="textAreaLeft" fmla="*/ 360 w 1224000"/>
                <a:gd name="textAreaRight" fmla="*/ 1224720 w 122400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3541" h="227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720" rIns="90000" bIns="3672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58" name="Google Shape;2292;p47"/>
            <p:cNvGrpSpPr/>
            <p:nvPr/>
          </p:nvGrpSpPr>
          <p:grpSpPr>
            <a:xfrm>
              <a:off x="5916600" y="1996560"/>
              <a:ext cx="1790280" cy="2385000"/>
              <a:chOff x="5916600" y="1996560"/>
              <a:chExt cx="1790280" cy="2385000"/>
            </a:xfrm>
          </p:grpSpPr>
          <p:grpSp>
            <p:nvGrpSpPr>
              <p:cNvPr id="459" name="Google Shape;2293;p47"/>
              <p:cNvGrpSpPr/>
              <p:nvPr/>
            </p:nvGrpSpPr>
            <p:grpSpPr>
              <a:xfrm>
                <a:off x="5916600" y="1996560"/>
                <a:ext cx="1790280" cy="2385000"/>
                <a:chOff x="5916600" y="1996560"/>
                <a:chExt cx="1790280" cy="2385000"/>
              </a:xfrm>
            </p:grpSpPr>
            <p:sp>
              <p:nvSpPr>
                <p:cNvPr id="460" name="Google Shape;2294;p47"/>
                <p:cNvSpPr/>
                <p:nvPr/>
              </p:nvSpPr>
              <p:spPr>
                <a:xfrm flipH="1">
                  <a:off x="7602480" y="4185720"/>
                  <a:ext cx="89640" cy="154080"/>
                </a:xfrm>
                <a:custGeom>
                  <a:avLst/>
                  <a:gdLst>
                    <a:gd name="textAreaLeft" fmla="*/ -360 w 89640"/>
                    <a:gd name="textAreaRight" fmla="*/ 89640 w 89640"/>
                    <a:gd name="textAreaTop" fmla="*/ 0 h 154080"/>
                    <a:gd name="textAreaBottom" fmla="*/ 154440 h 154080"/>
                  </a:gdLst>
                  <a:ahLst/>
                  <a:cxnLst/>
                  <a:rect l="textAreaLeft" t="textAreaTop" r="textAreaRight" b="textAreaBottom"/>
                  <a:pathLst>
                    <a:path w="7916" h="13555">
                      <a:moveTo>
                        <a:pt x="3067" y="0"/>
                      </a:moveTo>
                      <a:cubicBezTo>
                        <a:pt x="2846" y="2977"/>
                        <a:pt x="1555" y="6090"/>
                        <a:pt x="1" y="8669"/>
                      </a:cubicBezTo>
                      <a:cubicBezTo>
                        <a:pt x="623" y="10315"/>
                        <a:pt x="1246" y="10981"/>
                        <a:pt x="2445" y="12183"/>
                      </a:cubicBezTo>
                      <a:cubicBezTo>
                        <a:pt x="3892" y="13134"/>
                        <a:pt x="5366" y="13554"/>
                        <a:pt x="6802" y="13554"/>
                      </a:cubicBezTo>
                      <a:cubicBezTo>
                        <a:pt x="7176" y="13554"/>
                        <a:pt x="7548" y="13526"/>
                        <a:pt x="7915" y="13470"/>
                      </a:cubicBezTo>
                      <a:cubicBezTo>
                        <a:pt x="6759" y="12094"/>
                        <a:pt x="6090" y="10315"/>
                        <a:pt x="5913" y="8491"/>
                      </a:cubicBezTo>
                      <a:cubicBezTo>
                        <a:pt x="5692" y="6001"/>
                        <a:pt x="7115" y="3735"/>
                        <a:pt x="7915" y="1377"/>
                      </a:cubicBezTo>
                      <a:cubicBezTo>
                        <a:pt x="6446" y="1021"/>
                        <a:pt x="4536" y="356"/>
                        <a:pt x="3067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7040" bIns="77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2295;p47"/>
                <p:cNvSpPr/>
                <p:nvPr/>
              </p:nvSpPr>
              <p:spPr>
                <a:xfrm flipH="1">
                  <a:off x="7573680" y="4284360"/>
                  <a:ext cx="133200" cy="97200"/>
                </a:xfrm>
                <a:custGeom>
                  <a:avLst/>
                  <a:gdLst>
                    <a:gd name="textAreaLeft" fmla="*/ 360 w 133200"/>
                    <a:gd name="textAreaRight" fmla="*/ 133920 w 133200"/>
                    <a:gd name="textAreaTop" fmla="*/ 0 h 97200"/>
                    <a:gd name="textAreaBottom" fmla="*/ 97560 h 97200"/>
                  </a:gdLst>
                  <a:ahLst/>
                  <a:cxnLst/>
                  <a:rect l="textAreaLeft" t="textAreaTop" r="textAreaRight" b="textAreaBottom"/>
                  <a:pathLst>
                    <a:path w="11740" h="8558">
                      <a:moveTo>
                        <a:pt x="1246" y="1"/>
                      </a:moveTo>
                      <a:cubicBezTo>
                        <a:pt x="1111" y="178"/>
                        <a:pt x="1022" y="402"/>
                        <a:pt x="890" y="623"/>
                      </a:cubicBezTo>
                      <a:cubicBezTo>
                        <a:pt x="446" y="1245"/>
                        <a:pt x="1" y="1957"/>
                        <a:pt x="133" y="2715"/>
                      </a:cubicBezTo>
                      <a:cubicBezTo>
                        <a:pt x="310" y="3558"/>
                        <a:pt x="1200" y="4002"/>
                        <a:pt x="1822" y="4625"/>
                      </a:cubicBezTo>
                      <a:cubicBezTo>
                        <a:pt x="2580" y="5382"/>
                        <a:pt x="2935" y="6403"/>
                        <a:pt x="3647" y="7203"/>
                      </a:cubicBezTo>
                      <a:cubicBezTo>
                        <a:pt x="4447" y="8050"/>
                        <a:pt x="5646" y="8448"/>
                        <a:pt x="6848" y="8537"/>
                      </a:cubicBezTo>
                      <a:cubicBezTo>
                        <a:pt x="7035" y="8551"/>
                        <a:pt x="7221" y="8558"/>
                        <a:pt x="7408" y="8558"/>
                      </a:cubicBezTo>
                      <a:cubicBezTo>
                        <a:pt x="8420" y="8558"/>
                        <a:pt x="9429" y="8371"/>
                        <a:pt x="10405" y="8182"/>
                      </a:cubicBezTo>
                      <a:cubicBezTo>
                        <a:pt x="10892" y="8093"/>
                        <a:pt x="11472" y="7915"/>
                        <a:pt x="11561" y="7470"/>
                      </a:cubicBezTo>
                      <a:cubicBezTo>
                        <a:pt x="11739" y="6894"/>
                        <a:pt x="11117" y="6449"/>
                        <a:pt x="10583" y="6136"/>
                      </a:cubicBezTo>
                      <a:cubicBezTo>
                        <a:pt x="10049" y="5781"/>
                        <a:pt x="9559" y="5293"/>
                        <a:pt x="9160" y="4802"/>
                      </a:cubicBezTo>
                      <a:cubicBezTo>
                        <a:pt x="8793" y="4858"/>
                        <a:pt x="8421" y="4886"/>
                        <a:pt x="8047" y="4886"/>
                      </a:cubicBezTo>
                      <a:cubicBezTo>
                        <a:pt x="6611" y="4886"/>
                        <a:pt x="5137" y="4466"/>
                        <a:pt x="3690" y="3515"/>
                      </a:cubicBezTo>
                      <a:cubicBezTo>
                        <a:pt x="2491" y="2313"/>
                        <a:pt x="1868" y="1647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8600" bIns="48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2296;p47"/>
                <p:cNvSpPr/>
                <p:nvPr/>
              </p:nvSpPr>
              <p:spPr>
                <a:xfrm flipH="1">
                  <a:off x="7239960" y="4204440"/>
                  <a:ext cx="142920" cy="93960"/>
                </a:xfrm>
                <a:custGeom>
                  <a:avLst/>
                  <a:gdLst>
                    <a:gd name="textAreaLeft" fmla="*/ -360 w 142920"/>
                    <a:gd name="textAreaRight" fmla="*/ 142920 w 142920"/>
                    <a:gd name="textAreaTop" fmla="*/ 0 h 93960"/>
                    <a:gd name="textAreaBottom" fmla="*/ 94320 h 93960"/>
                  </a:gdLst>
                  <a:ahLst/>
                  <a:cxnLst/>
                  <a:rect l="textAreaLeft" t="textAreaTop" r="textAreaRight" b="textAreaBottom"/>
                  <a:pathLst>
                    <a:path w="12586" h="8286">
                      <a:moveTo>
                        <a:pt x="4803" y="0"/>
                      </a:moveTo>
                      <a:cubicBezTo>
                        <a:pt x="3248" y="136"/>
                        <a:pt x="1512" y="445"/>
                        <a:pt x="1" y="580"/>
                      </a:cubicBezTo>
                      <a:cubicBezTo>
                        <a:pt x="801" y="2626"/>
                        <a:pt x="1779" y="4802"/>
                        <a:pt x="1779" y="6937"/>
                      </a:cubicBezTo>
                      <a:cubicBezTo>
                        <a:pt x="3938" y="7683"/>
                        <a:pt x="6256" y="8286"/>
                        <a:pt x="8446" y="8286"/>
                      </a:cubicBezTo>
                      <a:cubicBezTo>
                        <a:pt x="9911" y="8286"/>
                        <a:pt x="11319" y="8016"/>
                        <a:pt x="12585" y="7339"/>
                      </a:cubicBezTo>
                      <a:cubicBezTo>
                        <a:pt x="11027" y="7026"/>
                        <a:pt x="9427" y="6627"/>
                        <a:pt x="8182" y="5869"/>
                      </a:cubicBezTo>
                      <a:cubicBezTo>
                        <a:pt x="6183" y="4625"/>
                        <a:pt x="5247" y="2224"/>
                        <a:pt x="4803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3" name="Google Shape;2297;p47"/>
                <p:cNvSpPr/>
                <p:nvPr/>
              </p:nvSpPr>
              <p:spPr>
                <a:xfrm flipH="1">
                  <a:off x="7195320" y="4283280"/>
                  <a:ext cx="170640" cy="38880"/>
                </a:xfrm>
                <a:custGeom>
                  <a:avLst/>
                  <a:gdLst>
                    <a:gd name="textAreaLeft" fmla="*/ 360 w 170640"/>
                    <a:gd name="textAreaRight" fmla="*/ 171360 w 170640"/>
                    <a:gd name="textAreaTop" fmla="*/ 0 h 38880"/>
                    <a:gd name="textAreaBottom" fmla="*/ 39240 h 38880"/>
                  </a:gdLst>
                  <a:ahLst/>
                  <a:cxnLst/>
                  <a:rect l="textAreaLeft" t="textAreaTop" r="textAreaRight" b="textAreaBottom"/>
                  <a:pathLst>
                    <a:path w="15029" h="3453">
                      <a:moveTo>
                        <a:pt x="221" y="1"/>
                      </a:moveTo>
                      <a:cubicBezTo>
                        <a:pt x="221" y="356"/>
                        <a:pt x="178" y="669"/>
                        <a:pt x="132" y="1025"/>
                      </a:cubicBezTo>
                      <a:cubicBezTo>
                        <a:pt x="1" y="1690"/>
                        <a:pt x="267" y="2537"/>
                        <a:pt x="801" y="2981"/>
                      </a:cubicBezTo>
                      <a:cubicBezTo>
                        <a:pt x="1142" y="3244"/>
                        <a:pt x="1561" y="3321"/>
                        <a:pt x="1994" y="3321"/>
                      </a:cubicBezTo>
                      <a:cubicBezTo>
                        <a:pt x="2293" y="3321"/>
                        <a:pt x="2598" y="3284"/>
                        <a:pt x="2889" y="3248"/>
                      </a:cubicBezTo>
                      <a:cubicBezTo>
                        <a:pt x="3362" y="3204"/>
                        <a:pt x="3838" y="3187"/>
                        <a:pt x="4318" y="3187"/>
                      </a:cubicBezTo>
                      <a:cubicBezTo>
                        <a:pt x="6185" y="3187"/>
                        <a:pt x="8089" y="3452"/>
                        <a:pt x="9930" y="3452"/>
                      </a:cubicBezTo>
                      <a:cubicBezTo>
                        <a:pt x="11437" y="3452"/>
                        <a:pt x="12903" y="3274"/>
                        <a:pt x="14271" y="2626"/>
                      </a:cubicBezTo>
                      <a:cubicBezTo>
                        <a:pt x="14538" y="2490"/>
                        <a:pt x="14805" y="2313"/>
                        <a:pt x="14894" y="2046"/>
                      </a:cubicBezTo>
                      <a:cubicBezTo>
                        <a:pt x="15029" y="1736"/>
                        <a:pt x="14851" y="1381"/>
                        <a:pt x="14538" y="1203"/>
                      </a:cubicBezTo>
                      <a:cubicBezTo>
                        <a:pt x="14271" y="979"/>
                        <a:pt x="13916" y="936"/>
                        <a:pt x="13606" y="847"/>
                      </a:cubicBezTo>
                      <a:cubicBezTo>
                        <a:pt x="12806" y="712"/>
                        <a:pt x="11917" y="580"/>
                        <a:pt x="11027" y="403"/>
                      </a:cubicBezTo>
                      <a:cubicBezTo>
                        <a:pt x="9761" y="1080"/>
                        <a:pt x="8353" y="1350"/>
                        <a:pt x="6888" y="1350"/>
                      </a:cubicBezTo>
                      <a:cubicBezTo>
                        <a:pt x="4698" y="1350"/>
                        <a:pt x="2380" y="747"/>
                        <a:pt x="2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9440" bIns="19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4" name="Google Shape;2298;p47"/>
                <p:cNvSpPr/>
                <p:nvPr/>
              </p:nvSpPr>
              <p:spPr>
                <a:xfrm flipH="1">
                  <a:off x="5916240" y="1996560"/>
                  <a:ext cx="1257480" cy="1184400"/>
                </a:xfrm>
                <a:custGeom>
                  <a:avLst/>
                  <a:gdLst>
                    <a:gd name="textAreaLeft" fmla="*/ -360 w 1257480"/>
                    <a:gd name="textAreaRight" fmla="*/ 1257480 w 1257480"/>
                    <a:gd name="textAreaTop" fmla="*/ 0 h 1184400"/>
                    <a:gd name="textAreaBottom" fmla="*/ 1184760 h 1184400"/>
                  </a:gdLst>
                  <a:ahLst/>
                  <a:cxnLst/>
                  <a:rect l="textAreaLeft" t="textAreaTop" r="textAreaRight" b="textAreaBottom"/>
                  <a:pathLst>
                    <a:path w="110491" h="104085">
                      <a:moveTo>
                        <a:pt x="54941" y="5415"/>
                      </a:moveTo>
                      <a:cubicBezTo>
                        <a:pt x="64427" y="5415"/>
                        <a:pt x="74015" y="8445"/>
                        <a:pt x="82167" y="14626"/>
                      </a:cubicBezTo>
                      <a:cubicBezTo>
                        <a:pt x="100976" y="28854"/>
                        <a:pt x="104533" y="57132"/>
                        <a:pt x="89594" y="76251"/>
                      </a:cubicBezTo>
                      <a:cubicBezTo>
                        <a:pt x="80982" y="87304"/>
                        <a:pt x="68106" y="93066"/>
                        <a:pt x="55098" y="93066"/>
                      </a:cubicBezTo>
                      <a:cubicBezTo>
                        <a:pt x="45604" y="93066"/>
                        <a:pt x="36040" y="89997"/>
                        <a:pt x="28011" y="83674"/>
                      </a:cubicBezTo>
                      <a:cubicBezTo>
                        <a:pt x="8939" y="68735"/>
                        <a:pt x="5602" y="41126"/>
                        <a:pt x="20542" y="22096"/>
                      </a:cubicBezTo>
                      <a:cubicBezTo>
                        <a:pt x="29197" y="11078"/>
                        <a:pt x="41973" y="5415"/>
                        <a:pt x="54941" y="5415"/>
                      </a:cubicBezTo>
                      <a:close/>
                      <a:moveTo>
                        <a:pt x="55113" y="0"/>
                      </a:moveTo>
                      <a:cubicBezTo>
                        <a:pt x="40538" y="0"/>
                        <a:pt x="26106" y="6455"/>
                        <a:pt x="16408" y="18805"/>
                      </a:cubicBezTo>
                      <a:cubicBezTo>
                        <a:pt x="0" y="39745"/>
                        <a:pt x="3248" y="69848"/>
                        <a:pt x="23522" y="86833"/>
                      </a:cubicBezTo>
                      <a:lnTo>
                        <a:pt x="11518" y="102082"/>
                      </a:lnTo>
                      <a:lnTo>
                        <a:pt x="14050" y="104085"/>
                      </a:lnTo>
                      <a:lnTo>
                        <a:pt x="26012" y="88789"/>
                      </a:lnTo>
                      <a:cubicBezTo>
                        <a:pt x="34739" y="95203"/>
                        <a:pt x="44929" y="98316"/>
                        <a:pt x="55050" y="98316"/>
                      </a:cubicBezTo>
                      <a:cubicBezTo>
                        <a:pt x="69628" y="98316"/>
                        <a:pt x="84063" y="91857"/>
                        <a:pt x="93773" y="79495"/>
                      </a:cubicBezTo>
                      <a:cubicBezTo>
                        <a:pt x="110491" y="58153"/>
                        <a:pt x="106799" y="27253"/>
                        <a:pt x="85414" y="10489"/>
                      </a:cubicBezTo>
                      <a:cubicBezTo>
                        <a:pt x="76420" y="3425"/>
                        <a:pt x="65729" y="0"/>
                        <a:pt x="551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5" name="Google Shape;2299;p47"/>
                <p:cNvSpPr/>
                <p:nvPr/>
              </p:nvSpPr>
              <p:spPr>
                <a:xfrm flipH="1">
                  <a:off x="6993000" y="3138120"/>
                  <a:ext cx="449640" cy="547200"/>
                </a:xfrm>
                <a:custGeom>
                  <a:avLst/>
                  <a:gdLst>
                    <a:gd name="textAreaLeft" fmla="*/ -360 w 449640"/>
                    <a:gd name="textAreaRight" fmla="*/ 449640 w 449640"/>
                    <a:gd name="textAreaTop" fmla="*/ 0 h 547200"/>
                    <a:gd name="textAreaBottom" fmla="*/ 547560 h 547200"/>
                  </a:gdLst>
                  <a:ahLst/>
                  <a:cxnLst/>
                  <a:rect l="textAreaLeft" t="textAreaTop" r="textAreaRight" b="textAreaBottom"/>
                  <a:pathLst>
                    <a:path w="39529" h="48110">
                      <a:moveTo>
                        <a:pt x="34948" y="1"/>
                      </a:moveTo>
                      <a:lnTo>
                        <a:pt x="0" y="44552"/>
                      </a:lnTo>
                      <a:lnTo>
                        <a:pt x="4581" y="48109"/>
                      </a:lnTo>
                      <a:lnTo>
                        <a:pt x="39529" y="3600"/>
                      </a:lnTo>
                      <a:lnTo>
                        <a:pt x="3494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2300;p47"/>
                <p:cNvSpPr/>
                <p:nvPr/>
              </p:nvSpPr>
              <p:spPr>
                <a:xfrm flipH="1">
                  <a:off x="7147440" y="3289680"/>
                  <a:ext cx="93240" cy="80640"/>
                </a:xfrm>
                <a:custGeom>
                  <a:avLst/>
                  <a:gdLst>
                    <a:gd name="textAreaLeft" fmla="*/ -360 w 93240"/>
                    <a:gd name="textAreaRight" fmla="*/ 93240 w 93240"/>
                    <a:gd name="textAreaTop" fmla="*/ 0 h 80640"/>
                    <a:gd name="textAreaBottom" fmla="*/ 81000 h 80640"/>
                  </a:gdLst>
                  <a:ahLst/>
                  <a:cxnLst/>
                  <a:rect l="textAreaLeft" t="textAreaTop" r="textAreaRight" b="textAreaBottom"/>
                  <a:pathLst>
                    <a:path w="8225" h="7125">
                      <a:moveTo>
                        <a:pt x="6643" y="1"/>
                      </a:moveTo>
                      <a:cubicBezTo>
                        <a:pt x="5789" y="1"/>
                        <a:pt x="5020" y="507"/>
                        <a:pt x="4400" y="1167"/>
                      </a:cubicBezTo>
                      <a:cubicBezTo>
                        <a:pt x="3778" y="1832"/>
                        <a:pt x="3291" y="2632"/>
                        <a:pt x="2622" y="3301"/>
                      </a:cubicBezTo>
                      <a:cubicBezTo>
                        <a:pt x="2050" y="3873"/>
                        <a:pt x="1278" y="4316"/>
                        <a:pt x="508" y="4316"/>
                      </a:cubicBezTo>
                      <a:cubicBezTo>
                        <a:pt x="382" y="4316"/>
                        <a:pt x="257" y="4304"/>
                        <a:pt x="132" y="4279"/>
                      </a:cubicBezTo>
                      <a:lnTo>
                        <a:pt x="0" y="6947"/>
                      </a:lnTo>
                      <a:cubicBezTo>
                        <a:pt x="269" y="6774"/>
                        <a:pt x="579" y="6711"/>
                        <a:pt x="893" y="6711"/>
                      </a:cubicBezTo>
                      <a:cubicBezTo>
                        <a:pt x="1147" y="6711"/>
                        <a:pt x="1404" y="6752"/>
                        <a:pt x="1644" y="6811"/>
                      </a:cubicBezTo>
                      <a:cubicBezTo>
                        <a:pt x="2223" y="6947"/>
                        <a:pt x="2800" y="7124"/>
                        <a:pt x="3379" y="7124"/>
                      </a:cubicBezTo>
                      <a:cubicBezTo>
                        <a:pt x="3956" y="7124"/>
                        <a:pt x="4578" y="6858"/>
                        <a:pt x="4802" y="6324"/>
                      </a:cubicBezTo>
                      <a:cubicBezTo>
                        <a:pt x="4891" y="6100"/>
                        <a:pt x="4934" y="5833"/>
                        <a:pt x="4934" y="5567"/>
                      </a:cubicBezTo>
                      <a:lnTo>
                        <a:pt x="5467" y="5300"/>
                      </a:lnTo>
                      <a:cubicBezTo>
                        <a:pt x="5958" y="4990"/>
                        <a:pt x="6357" y="4588"/>
                        <a:pt x="6623" y="4055"/>
                      </a:cubicBezTo>
                      <a:cubicBezTo>
                        <a:pt x="6890" y="3521"/>
                        <a:pt x="6979" y="2945"/>
                        <a:pt x="7114" y="2365"/>
                      </a:cubicBezTo>
                      <a:cubicBezTo>
                        <a:pt x="7203" y="1789"/>
                        <a:pt x="7424" y="1209"/>
                        <a:pt x="7868" y="811"/>
                      </a:cubicBezTo>
                      <a:cubicBezTo>
                        <a:pt x="8004" y="676"/>
                        <a:pt x="8224" y="544"/>
                        <a:pt x="8224" y="366"/>
                      </a:cubicBezTo>
                      <a:cubicBezTo>
                        <a:pt x="8224" y="142"/>
                        <a:pt x="8004" y="10"/>
                        <a:pt x="7779" y="10"/>
                      </a:cubicBezTo>
                      <a:cubicBezTo>
                        <a:pt x="7559" y="10"/>
                        <a:pt x="7381" y="142"/>
                        <a:pt x="7246" y="277"/>
                      </a:cubicBezTo>
                      <a:cubicBezTo>
                        <a:pt x="6979" y="455"/>
                        <a:pt x="6712" y="633"/>
                        <a:pt x="6492" y="853"/>
                      </a:cubicBezTo>
                      <a:cubicBezTo>
                        <a:pt x="6581" y="587"/>
                        <a:pt x="6712" y="277"/>
                        <a:pt x="6848" y="10"/>
                      </a:cubicBezTo>
                      <a:cubicBezTo>
                        <a:pt x="6779" y="4"/>
                        <a:pt x="6711" y="1"/>
                        <a:pt x="6643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0320" bIns="403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7" name="Google Shape;2301;p47"/>
                <p:cNvSpPr/>
                <p:nvPr/>
              </p:nvSpPr>
              <p:spPr>
                <a:xfrm flipH="1">
                  <a:off x="7220520" y="3064320"/>
                  <a:ext cx="338400" cy="322560"/>
                </a:xfrm>
                <a:custGeom>
                  <a:avLst/>
                  <a:gdLst>
                    <a:gd name="textAreaLeft" fmla="*/ 360 w 338400"/>
                    <a:gd name="textAreaRight" fmla="*/ 339120 w 338400"/>
                    <a:gd name="textAreaTop" fmla="*/ 0 h 322560"/>
                    <a:gd name="textAreaBottom" fmla="*/ 322920 h 322560"/>
                  </a:gdLst>
                  <a:ahLst/>
                  <a:cxnLst/>
                  <a:rect l="textAreaLeft" t="textAreaTop" r="textAreaRight" b="textAreaBottom"/>
                  <a:pathLst>
                    <a:path w="29748" h="28358">
                      <a:moveTo>
                        <a:pt x="3466" y="1"/>
                      </a:moveTo>
                      <a:cubicBezTo>
                        <a:pt x="3222" y="1"/>
                        <a:pt x="2984" y="26"/>
                        <a:pt x="2757" y="79"/>
                      </a:cubicBezTo>
                      <a:cubicBezTo>
                        <a:pt x="1779" y="300"/>
                        <a:pt x="1068" y="1100"/>
                        <a:pt x="669" y="1989"/>
                      </a:cubicBezTo>
                      <a:cubicBezTo>
                        <a:pt x="445" y="2434"/>
                        <a:pt x="356" y="2878"/>
                        <a:pt x="267" y="3369"/>
                      </a:cubicBezTo>
                      <a:cubicBezTo>
                        <a:pt x="178" y="3857"/>
                        <a:pt x="136" y="4348"/>
                        <a:pt x="90" y="4835"/>
                      </a:cubicBezTo>
                      <a:cubicBezTo>
                        <a:pt x="1" y="6347"/>
                        <a:pt x="90" y="7858"/>
                        <a:pt x="267" y="9416"/>
                      </a:cubicBezTo>
                      <a:cubicBezTo>
                        <a:pt x="403" y="10394"/>
                        <a:pt x="580" y="11415"/>
                        <a:pt x="847" y="12393"/>
                      </a:cubicBezTo>
                      <a:cubicBezTo>
                        <a:pt x="1203" y="13863"/>
                        <a:pt x="1736" y="15328"/>
                        <a:pt x="2402" y="16662"/>
                      </a:cubicBezTo>
                      <a:cubicBezTo>
                        <a:pt x="2892" y="17597"/>
                        <a:pt x="3380" y="18487"/>
                        <a:pt x="4002" y="19330"/>
                      </a:cubicBezTo>
                      <a:cubicBezTo>
                        <a:pt x="5738" y="21820"/>
                        <a:pt x="8050" y="23911"/>
                        <a:pt x="10761" y="25334"/>
                      </a:cubicBezTo>
                      <a:cubicBezTo>
                        <a:pt x="11074" y="25465"/>
                        <a:pt x="11429" y="25643"/>
                        <a:pt x="11739" y="25778"/>
                      </a:cubicBezTo>
                      <a:cubicBezTo>
                        <a:pt x="11917" y="25867"/>
                        <a:pt x="12141" y="25956"/>
                        <a:pt x="12319" y="25999"/>
                      </a:cubicBezTo>
                      <a:cubicBezTo>
                        <a:pt x="12450" y="26045"/>
                        <a:pt x="12585" y="26134"/>
                        <a:pt x="12674" y="26177"/>
                      </a:cubicBezTo>
                      <a:cubicBezTo>
                        <a:pt x="12941" y="26266"/>
                        <a:pt x="13250" y="26355"/>
                        <a:pt x="13517" y="26444"/>
                      </a:cubicBezTo>
                      <a:cubicBezTo>
                        <a:pt x="13563" y="26444"/>
                        <a:pt x="13606" y="26490"/>
                        <a:pt x="13606" y="26490"/>
                      </a:cubicBezTo>
                      <a:cubicBezTo>
                        <a:pt x="13962" y="26579"/>
                        <a:pt x="14275" y="26668"/>
                        <a:pt x="14584" y="26757"/>
                      </a:cubicBezTo>
                      <a:cubicBezTo>
                        <a:pt x="19255" y="28044"/>
                        <a:pt x="24590" y="28044"/>
                        <a:pt x="29303" y="28357"/>
                      </a:cubicBezTo>
                      <a:cubicBezTo>
                        <a:pt x="29748" y="26934"/>
                        <a:pt x="29303" y="24665"/>
                        <a:pt x="29702" y="23200"/>
                      </a:cubicBezTo>
                      <a:cubicBezTo>
                        <a:pt x="24857" y="23022"/>
                        <a:pt x="19877" y="22264"/>
                        <a:pt x="15875" y="19554"/>
                      </a:cubicBezTo>
                      <a:cubicBezTo>
                        <a:pt x="15698" y="19465"/>
                        <a:pt x="15474" y="19330"/>
                        <a:pt x="15342" y="19198"/>
                      </a:cubicBezTo>
                      <a:cubicBezTo>
                        <a:pt x="11251" y="16217"/>
                        <a:pt x="9384" y="11639"/>
                        <a:pt x="8406" y="6660"/>
                      </a:cubicBezTo>
                      <a:cubicBezTo>
                        <a:pt x="8093" y="5148"/>
                        <a:pt x="7737" y="3369"/>
                        <a:pt x="7026" y="1989"/>
                      </a:cubicBezTo>
                      <a:cubicBezTo>
                        <a:pt x="6421" y="819"/>
                        <a:pt x="4851" y="1"/>
                        <a:pt x="34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8" name="Google Shape;2302;p47"/>
                <p:cNvSpPr/>
                <p:nvPr/>
              </p:nvSpPr>
              <p:spPr>
                <a:xfrm flipH="1">
                  <a:off x="7431120" y="2856960"/>
                  <a:ext cx="148320" cy="253440"/>
                </a:xfrm>
                <a:custGeom>
                  <a:avLst/>
                  <a:gdLst>
                    <a:gd name="textAreaLeft" fmla="*/ 360 w 148320"/>
                    <a:gd name="textAreaRight" fmla="*/ 149040 w 148320"/>
                    <a:gd name="textAreaTop" fmla="*/ 0 h 253440"/>
                    <a:gd name="textAreaBottom" fmla="*/ 253800 h 253440"/>
                  </a:gdLst>
                  <a:ahLst/>
                  <a:cxnLst/>
                  <a:rect l="textAreaLeft" t="textAreaTop" r="textAreaRight" b="textAreaBottom"/>
                  <a:pathLst>
                    <a:path w="13073" h="22295">
                      <a:moveTo>
                        <a:pt x="6750" y="1"/>
                      </a:moveTo>
                      <a:cubicBezTo>
                        <a:pt x="6148" y="1"/>
                        <a:pt x="5520" y="108"/>
                        <a:pt x="4934" y="195"/>
                      </a:cubicBezTo>
                      <a:cubicBezTo>
                        <a:pt x="4002" y="373"/>
                        <a:pt x="3067" y="640"/>
                        <a:pt x="2266" y="1084"/>
                      </a:cubicBezTo>
                      <a:cubicBezTo>
                        <a:pt x="1466" y="1575"/>
                        <a:pt x="755" y="2287"/>
                        <a:pt x="399" y="3176"/>
                      </a:cubicBezTo>
                      <a:cubicBezTo>
                        <a:pt x="0" y="4108"/>
                        <a:pt x="43" y="5132"/>
                        <a:pt x="178" y="6110"/>
                      </a:cubicBezTo>
                      <a:cubicBezTo>
                        <a:pt x="310" y="7042"/>
                        <a:pt x="488" y="7932"/>
                        <a:pt x="979" y="8732"/>
                      </a:cubicBezTo>
                      <a:cubicBezTo>
                        <a:pt x="1779" y="10023"/>
                        <a:pt x="3202" y="10823"/>
                        <a:pt x="4667" y="11268"/>
                      </a:cubicBezTo>
                      <a:lnTo>
                        <a:pt x="4713" y="11268"/>
                      </a:lnTo>
                      <a:cubicBezTo>
                        <a:pt x="4713" y="11535"/>
                        <a:pt x="4756" y="11802"/>
                        <a:pt x="4802" y="12022"/>
                      </a:cubicBezTo>
                      <a:cubicBezTo>
                        <a:pt x="5158" y="15448"/>
                        <a:pt x="5158" y="18869"/>
                        <a:pt x="4845" y="22295"/>
                      </a:cubicBezTo>
                      <a:cubicBezTo>
                        <a:pt x="7470" y="21004"/>
                        <a:pt x="9693" y="20427"/>
                        <a:pt x="12361" y="19182"/>
                      </a:cubicBezTo>
                      <a:cubicBezTo>
                        <a:pt x="11337" y="18069"/>
                        <a:pt x="10625" y="16557"/>
                        <a:pt x="10181" y="15003"/>
                      </a:cubicBezTo>
                      <a:cubicBezTo>
                        <a:pt x="9871" y="13978"/>
                        <a:pt x="9647" y="12911"/>
                        <a:pt x="9515" y="11891"/>
                      </a:cubicBezTo>
                      <a:cubicBezTo>
                        <a:pt x="9469" y="11802"/>
                        <a:pt x="9469" y="11666"/>
                        <a:pt x="9469" y="11578"/>
                      </a:cubicBezTo>
                      <a:cubicBezTo>
                        <a:pt x="10405" y="11400"/>
                        <a:pt x="11294" y="11090"/>
                        <a:pt x="12137" y="10646"/>
                      </a:cubicBezTo>
                      <a:cubicBezTo>
                        <a:pt x="12450" y="10468"/>
                        <a:pt x="12759" y="10201"/>
                        <a:pt x="12937" y="9888"/>
                      </a:cubicBezTo>
                      <a:cubicBezTo>
                        <a:pt x="13072" y="9532"/>
                        <a:pt x="12983" y="9134"/>
                        <a:pt x="12848" y="8778"/>
                      </a:cubicBezTo>
                      <a:cubicBezTo>
                        <a:pt x="12717" y="8422"/>
                        <a:pt x="12670" y="8334"/>
                        <a:pt x="12582" y="7800"/>
                      </a:cubicBezTo>
                      <a:cubicBezTo>
                        <a:pt x="12404" y="6644"/>
                        <a:pt x="12450" y="6822"/>
                        <a:pt x="12272" y="6242"/>
                      </a:cubicBezTo>
                      <a:cubicBezTo>
                        <a:pt x="12048" y="5221"/>
                        <a:pt x="11827" y="4688"/>
                        <a:pt x="11294" y="4375"/>
                      </a:cubicBezTo>
                      <a:cubicBezTo>
                        <a:pt x="11070" y="4243"/>
                        <a:pt x="10938" y="4065"/>
                        <a:pt x="10803" y="3841"/>
                      </a:cubicBezTo>
                      <a:cubicBezTo>
                        <a:pt x="10714" y="3663"/>
                        <a:pt x="10536" y="3265"/>
                        <a:pt x="10494" y="3041"/>
                      </a:cubicBezTo>
                      <a:cubicBezTo>
                        <a:pt x="10269" y="1664"/>
                        <a:pt x="9736" y="1440"/>
                        <a:pt x="8491" y="508"/>
                      </a:cubicBezTo>
                      <a:cubicBezTo>
                        <a:pt x="7990" y="120"/>
                        <a:pt x="7384" y="1"/>
                        <a:pt x="6750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9" name="Google Shape;2303;p47"/>
                <p:cNvSpPr/>
                <p:nvPr/>
              </p:nvSpPr>
              <p:spPr>
                <a:xfrm flipH="1">
                  <a:off x="7462440" y="2825640"/>
                  <a:ext cx="185760" cy="548280"/>
                </a:xfrm>
                <a:custGeom>
                  <a:avLst/>
                  <a:gdLst>
                    <a:gd name="textAreaLeft" fmla="*/ 360 w 185760"/>
                    <a:gd name="textAreaRight" fmla="*/ 186480 w 185760"/>
                    <a:gd name="textAreaTop" fmla="*/ 0 h 548280"/>
                    <a:gd name="textAreaBottom" fmla="*/ 548640 h 548280"/>
                  </a:gdLst>
                  <a:ahLst/>
                  <a:cxnLst/>
                  <a:rect l="textAreaLeft" t="textAreaTop" r="textAreaRight" b="textAreaBottom"/>
                  <a:pathLst>
                    <a:path w="16363" h="48215">
                      <a:moveTo>
                        <a:pt x="14229" y="1"/>
                      </a:moveTo>
                      <a:cubicBezTo>
                        <a:pt x="11337" y="1203"/>
                        <a:pt x="9380" y="1914"/>
                        <a:pt x="6446" y="3113"/>
                      </a:cubicBezTo>
                      <a:cubicBezTo>
                        <a:pt x="5823" y="3380"/>
                        <a:pt x="5112" y="3693"/>
                        <a:pt x="4578" y="4091"/>
                      </a:cubicBezTo>
                      <a:cubicBezTo>
                        <a:pt x="4578" y="4091"/>
                        <a:pt x="4134" y="4358"/>
                        <a:pt x="4045" y="4536"/>
                      </a:cubicBezTo>
                      <a:cubicBezTo>
                        <a:pt x="3245" y="5425"/>
                        <a:pt x="2935" y="6670"/>
                        <a:pt x="3024" y="7872"/>
                      </a:cubicBezTo>
                      <a:cubicBezTo>
                        <a:pt x="2757" y="9206"/>
                        <a:pt x="2668" y="10540"/>
                        <a:pt x="2757" y="11917"/>
                      </a:cubicBezTo>
                      <a:cubicBezTo>
                        <a:pt x="2889" y="14673"/>
                        <a:pt x="3778" y="17430"/>
                        <a:pt x="3600" y="20187"/>
                      </a:cubicBezTo>
                      <a:cubicBezTo>
                        <a:pt x="3422" y="23167"/>
                        <a:pt x="2046" y="25878"/>
                        <a:pt x="1246" y="28723"/>
                      </a:cubicBezTo>
                      <a:cubicBezTo>
                        <a:pt x="132" y="32547"/>
                        <a:pt x="1" y="36595"/>
                        <a:pt x="844" y="40508"/>
                      </a:cubicBezTo>
                      <a:cubicBezTo>
                        <a:pt x="1377" y="42774"/>
                        <a:pt x="2313" y="45086"/>
                        <a:pt x="4180" y="46466"/>
                      </a:cubicBezTo>
                      <a:cubicBezTo>
                        <a:pt x="5823" y="47622"/>
                        <a:pt x="7869" y="47888"/>
                        <a:pt x="9825" y="48155"/>
                      </a:cubicBezTo>
                      <a:cubicBezTo>
                        <a:pt x="10181" y="48185"/>
                        <a:pt x="10556" y="48215"/>
                        <a:pt x="10927" y="48215"/>
                      </a:cubicBezTo>
                      <a:cubicBezTo>
                        <a:pt x="11668" y="48215"/>
                        <a:pt x="12390" y="48096"/>
                        <a:pt x="12895" y="47622"/>
                      </a:cubicBezTo>
                      <a:cubicBezTo>
                        <a:pt x="13250" y="47309"/>
                        <a:pt x="13471" y="46864"/>
                        <a:pt x="13649" y="46419"/>
                      </a:cubicBezTo>
                      <a:cubicBezTo>
                        <a:pt x="16050" y="40774"/>
                        <a:pt x="16363" y="34283"/>
                        <a:pt x="14538" y="28414"/>
                      </a:cubicBezTo>
                      <a:cubicBezTo>
                        <a:pt x="13695" y="25700"/>
                        <a:pt x="12404" y="22854"/>
                        <a:pt x="13250" y="20187"/>
                      </a:cubicBezTo>
                      <a:cubicBezTo>
                        <a:pt x="13784" y="18586"/>
                        <a:pt x="15072" y="17209"/>
                        <a:pt x="15207" y="15520"/>
                      </a:cubicBezTo>
                      <a:cubicBezTo>
                        <a:pt x="15338" y="13919"/>
                        <a:pt x="14406" y="12407"/>
                        <a:pt x="13428" y="11074"/>
                      </a:cubicBezTo>
                      <a:lnTo>
                        <a:pt x="13026" y="10540"/>
                      </a:lnTo>
                      <a:cubicBezTo>
                        <a:pt x="13204" y="10362"/>
                        <a:pt x="13428" y="10138"/>
                        <a:pt x="13560" y="9918"/>
                      </a:cubicBezTo>
                      <a:cubicBezTo>
                        <a:pt x="15249" y="7737"/>
                        <a:pt x="16007" y="4849"/>
                        <a:pt x="15385" y="2181"/>
                      </a:cubicBezTo>
                      <a:cubicBezTo>
                        <a:pt x="15160" y="1292"/>
                        <a:pt x="15427" y="1601"/>
                        <a:pt x="142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2304;p47"/>
                <p:cNvSpPr/>
                <p:nvPr/>
              </p:nvSpPr>
              <p:spPr>
                <a:xfrm flipH="1">
                  <a:off x="7299720" y="3436920"/>
                  <a:ext cx="372600" cy="834120"/>
                </a:xfrm>
                <a:custGeom>
                  <a:avLst/>
                  <a:gdLst>
                    <a:gd name="textAreaLeft" fmla="*/ -360 w 372600"/>
                    <a:gd name="textAreaRight" fmla="*/ 372600 w 372600"/>
                    <a:gd name="textAreaTop" fmla="*/ 0 h 834120"/>
                    <a:gd name="textAreaBottom" fmla="*/ 834480 h 834120"/>
                  </a:gdLst>
                  <a:ahLst/>
                  <a:cxnLst/>
                  <a:rect l="textAreaLeft" t="textAreaTop" r="textAreaRight" b="textAreaBottom"/>
                  <a:pathLst>
                    <a:path w="32771" h="73321">
                      <a:moveTo>
                        <a:pt x="9828" y="0"/>
                      </a:moveTo>
                      <a:cubicBezTo>
                        <a:pt x="9871" y="534"/>
                        <a:pt x="9782" y="1203"/>
                        <a:pt x="9604" y="2003"/>
                      </a:cubicBezTo>
                      <a:lnTo>
                        <a:pt x="7872" y="2003"/>
                      </a:lnTo>
                      <a:cubicBezTo>
                        <a:pt x="7783" y="2181"/>
                        <a:pt x="7737" y="2359"/>
                        <a:pt x="7648" y="2490"/>
                      </a:cubicBezTo>
                      <a:cubicBezTo>
                        <a:pt x="7470" y="2981"/>
                        <a:pt x="7338" y="3426"/>
                        <a:pt x="7203" y="3913"/>
                      </a:cubicBezTo>
                      <a:cubicBezTo>
                        <a:pt x="7025" y="4447"/>
                        <a:pt x="6936" y="4980"/>
                        <a:pt x="6805" y="5514"/>
                      </a:cubicBezTo>
                      <a:cubicBezTo>
                        <a:pt x="6271" y="8715"/>
                        <a:pt x="6449" y="12005"/>
                        <a:pt x="7160" y="15164"/>
                      </a:cubicBezTo>
                      <a:cubicBezTo>
                        <a:pt x="7516" y="34816"/>
                        <a:pt x="5382" y="51399"/>
                        <a:pt x="0" y="70962"/>
                      </a:cubicBezTo>
                      <a:cubicBezTo>
                        <a:pt x="1647" y="72520"/>
                        <a:pt x="3646" y="72787"/>
                        <a:pt x="5560" y="73097"/>
                      </a:cubicBezTo>
                      <a:cubicBezTo>
                        <a:pt x="6004" y="73143"/>
                        <a:pt x="6449" y="73232"/>
                        <a:pt x="6847" y="73321"/>
                      </a:cubicBezTo>
                      <a:cubicBezTo>
                        <a:pt x="7961" y="70031"/>
                        <a:pt x="9117" y="66694"/>
                        <a:pt x="10273" y="63361"/>
                      </a:cubicBezTo>
                      <a:cubicBezTo>
                        <a:pt x="11073" y="61092"/>
                        <a:pt x="11873" y="58869"/>
                        <a:pt x="12627" y="56603"/>
                      </a:cubicBezTo>
                      <a:cubicBezTo>
                        <a:pt x="13029" y="55447"/>
                        <a:pt x="13428" y="54333"/>
                        <a:pt x="13830" y="53177"/>
                      </a:cubicBezTo>
                      <a:cubicBezTo>
                        <a:pt x="14986" y="49798"/>
                        <a:pt x="16142" y="46330"/>
                        <a:pt x="17209" y="42908"/>
                      </a:cubicBezTo>
                      <a:cubicBezTo>
                        <a:pt x="17429" y="42151"/>
                        <a:pt x="17653" y="41439"/>
                        <a:pt x="17874" y="40685"/>
                      </a:cubicBezTo>
                      <a:cubicBezTo>
                        <a:pt x="18319" y="42773"/>
                        <a:pt x="18674" y="45085"/>
                        <a:pt x="19208" y="47575"/>
                      </a:cubicBezTo>
                      <a:cubicBezTo>
                        <a:pt x="19254" y="47842"/>
                        <a:pt x="19297" y="48066"/>
                        <a:pt x="19386" y="48333"/>
                      </a:cubicBezTo>
                      <a:cubicBezTo>
                        <a:pt x="21299" y="56603"/>
                        <a:pt x="24899" y="63806"/>
                        <a:pt x="25344" y="72431"/>
                      </a:cubicBezTo>
                      <a:cubicBezTo>
                        <a:pt x="27385" y="71682"/>
                        <a:pt x="30086" y="71089"/>
                        <a:pt x="32319" y="71089"/>
                      </a:cubicBezTo>
                      <a:cubicBezTo>
                        <a:pt x="32472" y="71089"/>
                        <a:pt x="32623" y="71092"/>
                        <a:pt x="32771" y="71098"/>
                      </a:cubicBezTo>
                      <a:cubicBezTo>
                        <a:pt x="31437" y="65894"/>
                        <a:pt x="30548" y="60825"/>
                        <a:pt x="29790" y="55845"/>
                      </a:cubicBezTo>
                      <a:cubicBezTo>
                        <a:pt x="29701" y="55134"/>
                        <a:pt x="29569" y="54469"/>
                        <a:pt x="29480" y="53757"/>
                      </a:cubicBezTo>
                      <a:cubicBezTo>
                        <a:pt x="28769" y="48777"/>
                        <a:pt x="28236" y="43840"/>
                        <a:pt x="27613" y="38861"/>
                      </a:cubicBezTo>
                      <a:cubicBezTo>
                        <a:pt x="27524" y="38149"/>
                        <a:pt x="27435" y="37438"/>
                        <a:pt x="27346" y="36684"/>
                      </a:cubicBezTo>
                      <a:cubicBezTo>
                        <a:pt x="26813" y="32547"/>
                        <a:pt x="25966" y="28325"/>
                        <a:pt x="25301" y="23967"/>
                      </a:cubicBezTo>
                      <a:cubicBezTo>
                        <a:pt x="25077" y="22545"/>
                        <a:pt x="24856" y="21076"/>
                        <a:pt x="24679" y="19610"/>
                      </a:cubicBezTo>
                      <a:cubicBezTo>
                        <a:pt x="24543" y="18632"/>
                        <a:pt x="24454" y="17654"/>
                        <a:pt x="24366" y="16676"/>
                      </a:cubicBezTo>
                      <a:cubicBezTo>
                        <a:pt x="24323" y="15697"/>
                        <a:pt x="24234" y="14719"/>
                        <a:pt x="24234" y="13741"/>
                      </a:cubicBezTo>
                      <a:cubicBezTo>
                        <a:pt x="24099" y="9828"/>
                        <a:pt x="24010" y="5827"/>
                        <a:pt x="23298" y="2003"/>
                      </a:cubicBezTo>
                      <a:lnTo>
                        <a:pt x="23121" y="2003"/>
                      </a:lnTo>
                      <a:cubicBezTo>
                        <a:pt x="23078" y="1779"/>
                        <a:pt x="23078" y="1601"/>
                        <a:pt x="23078" y="1380"/>
                      </a:cubicBezTo>
                      <a:lnTo>
                        <a:pt x="21965" y="1245"/>
                      </a:lnTo>
                      <a:lnTo>
                        <a:pt x="982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2305;p47"/>
                <p:cNvSpPr/>
                <p:nvPr/>
              </p:nvSpPr>
              <p:spPr>
                <a:xfrm flipH="1">
                  <a:off x="7039800" y="2857320"/>
                  <a:ext cx="23400" cy="42480"/>
                </a:xfrm>
                <a:custGeom>
                  <a:avLst/>
                  <a:gdLst>
                    <a:gd name="textAreaLeft" fmla="*/ -360 w 23400"/>
                    <a:gd name="textAreaRight" fmla="*/ 23400 w 23400"/>
                    <a:gd name="textAreaTop" fmla="*/ 0 h 42480"/>
                    <a:gd name="textAreaBottom" fmla="*/ 42840 h 42480"/>
                  </a:gdLst>
                  <a:ahLst/>
                  <a:cxnLst/>
                  <a:rect l="textAreaLeft" t="textAreaTop" r="textAreaRight" b="textAreaBottom"/>
                  <a:pathLst>
                    <a:path w="2093" h="3760">
                      <a:moveTo>
                        <a:pt x="1783" y="0"/>
                      </a:moveTo>
                      <a:cubicBezTo>
                        <a:pt x="1668" y="0"/>
                        <a:pt x="1537" y="57"/>
                        <a:pt x="1424" y="113"/>
                      </a:cubicBezTo>
                      <a:lnTo>
                        <a:pt x="357" y="779"/>
                      </a:lnTo>
                      <a:cubicBezTo>
                        <a:pt x="268" y="1668"/>
                        <a:pt x="1" y="2913"/>
                        <a:pt x="314" y="3759"/>
                      </a:cubicBezTo>
                      <a:cubicBezTo>
                        <a:pt x="534" y="2646"/>
                        <a:pt x="1068" y="1579"/>
                        <a:pt x="1826" y="736"/>
                      </a:cubicBezTo>
                      <a:cubicBezTo>
                        <a:pt x="1915" y="601"/>
                        <a:pt x="2003" y="512"/>
                        <a:pt x="2046" y="423"/>
                      </a:cubicBezTo>
                      <a:cubicBezTo>
                        <a:pt x="2092" y="291"/>
                        <a:pt x="2092" y="113"/>
                        <a:pt x="1957" y="67"/>
                      </a:cubicBezTo>
                      <a:cubicBezTo>
                        <a:pt x="1909" y="19"/>
                        <a:pt x="1849" y="0"/>
                        <a:pt x="1783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240" bIns="212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2306;p47"/>
                <p:cNvSpPr/>
                <p:nvPr/>
              </p:nvSpPr>
              <p:spPr>
                <a:xfrm flipH="1">
                  <a:off x="7032240" y="2814480"/>
                  <a:ext cx="44280" cy="74520"/>
                </a:xfrm>
                <a:custGeom>
                  <a:avLst/>
                  <a:gdLst>
                    <a:gd name="textAreaLeft" fmla="*/ -360 w 44280"/>
                    <a:gd name="textAreaRight" fmla="*/ 44280 w 44280"/>
                    <a:gd name="textAreaTop" fmla="*/ 0 h 74520"/>
                    <a:gd name="textAreaBottom" fmla="*/ 74880 h 74520"/>
                  </a:gdLst>
                  <a:ahLst/>
                  <a:cxnLst/>
                  <a:rect l="textAreaLeft" t="textAreaTop" r="textAreaRight" b="textAreaBottom"/>
                  <a:pathLst>
                    <a:path w="3914" h="6585">
                      <a:moveTo>
                        <a:pt x="3515" y="0"/>
                      </a:moveTo>
                      <a:lnTo>
                        <a:pt x="3515" y="0"/>
                      </a:lnTo>
                      <a:cubicBezTo>
                        <a:pt x="3071" y="712"/>
                        <a:pt x="2491" y="1334"/>
                        <a:pt x="1957" y="1957"/>
                      </a:cubicBezTo>
                      <a:cubicBezTo>
                        <a:pt x="1381" y="2537"/>
                        <a:pt x="801" y="3202"/>
                        <a:pt x="445" y="3959"/>
                      </a:cubicBezTo>
                      <a:cubicBezTo>
                        <a:pt x="90" y="4713"/>
                        <a:pt x="1" y="5603"/>
                        <a:pt x="314" y="6360"/>
                      </a:cubicBezTo>
                      <a:cubicBezTo>
                        <a:pt x="357" y="6449"/>
                        <a:pt x="357" y="6492"/>
                        <a:pt x="445" y="6538"/>
                      </a:cubicBezTo>
                      <a:cubicBezTo>
                        <a:pt x="477" y="6569"/>
                        <a:pt x="525" y="6584"/>
                        <a:pt x="578" y="6584"/>
                      </a:cubicBezTo>
                      <a:cubicBezTo>
                        <a:pt x="675" y="6584"/>
                        <a:pt x="790" y="6535"/>
                        <a:pt x="847" y="6449"/>
                      </a:cubicBezTo>
                      <a:cubicBezTo>
                        <a:pt x="936" y="6314"/>
                        <a:pt x="979" y="6136"/>
                        <a:pt x="1025" y="6005"/>
                      </a:cubicBezTo>
                      <a:cubicBezTo>
                        <a:pt x="1246" y="4713"/>
                        <a:pt x="1914" y="3515"/>
                        <a:pt x="2669" y="2448"/>
                      </a:cubicBezTo>
                      <a:cubicBezTo>
                        <a:pt x="2935" y="2092"/>
                        <a:pt x="3202" y="1736"/>
                        <a:pt x="3380" y="1334"/>
                      </a:cubicBezTo>
                      <a:cubicBezTo>
                        <a:pt x="3558" y="890"/>
                        <a:pt x="3914" y="313"/>
                        <a:pt x="3515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2307;p47"/>
                <p:cNvSpPr/>
                <p:nvPr/>
              </p:nvSpPr>
              <p:spPr>
                <a:xfrm flipH="1">
                  <a:off x="7038000" y="2801520"/>
                  <a:ext cx="182160" cy="196560"/>
                </a:xfrm>
                <a:custGeom>
                  <a:avLst/>
                  <a:gdLst>
                    <a:gd name="textAreaLeft" fmla="*/ 360 w 182160"/>
                    <a:gd name="textAreaRight" fmla="*/ 182880 w 182160"/>
                    <a:gd name="textAreaTop" fmla="*/ 0 h 196560"/>
                    <a:gd name="textAreaBottom" fmla="*/ 196920 h 196560"/>
                  </a:gdLst>
                  <a:ahLst/>
                  <a:cxnLst/>
                  <a:rect l="textAreaLeft" t="textAreaTop" r="textAreaRight" b="textAreaBottom"/>
                  <a:pathLst>
                    <a:path w="16050" h="17299">
                      <a:moveTo>
                        <a:pt x="15250" y="0"/>
                      </a:moveTo>
                      <a:lnTo>
                        <a:pt x="15250" y="0"/>
                      </a:lnTo>
                      <a:cubicBezTo>
                        <a:pt x="13649" y="2359"/>
                        <a:pt x="12226" y="6538"/>
                        <a:pt x="8847" y="8537"/>
                      </a:cubicBezTo>
                      <a:cubicBezTo>
                        <a:pt x="6980" y="9604"/>
                        <a:pt x="4223" y="10629"/>
                        <a:pt x="2402" y="11738"/>
                      </a:cubicBezTo>
                      <a:cubicBezTo>
                        <a:pt x="534" y="12895"/>
                        <a:pt x="90" y="15118"/>
                        <a:pt x="1" y="17298"/>
                      </a:cubicBezTo>
                      <a:cubicBezTo>
                        <a:pt x="2622" y="16985"/>
                        <a:pt x="4756" y="15164"/>
                        <a:pt x="6802" y="13517"/>
                      </a:cubicBezTo>
                      <a:cubicBezTo>
                        <a:pt x="8491" y="12183"/>
                        <a:pt x="10359" y="10895"/>
                        <a:pt x="12450" y="10582"/>
                      </a:cubicBezTo>
                      <a:cubicBezTo>
                        <a:pt x="13339" y="10405"/>
                        <a:pt x="14140" y="9782"/>
                        <a:pt x="14318" y="8893"/>
                      </a:cubicBezTo>
                      <a:cubicBezTo>
                        <a:pt x="14805" y="6492"/>
                        <a:pt x="14318" y="5781"/>
                        <a:pt x="14627" y="3781"/>
                      </a:cubicBezTo>
                      <a:cubicBezTo>
                        <a:pt x="14805" y="2359"/>
                        <a:pt x="16050" y="313"/>
                        <a:pt x="15250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2308;p47"/>
                <p:cNvSpPr/>
                <p:nvPr/>
              </p:nvSpPr>
              <p:spPr>
                <a:xfrm flipH="1">
                  <a:off x="7126920" y="2909520"/>
                  <a:ext cx="470880" cy="612720"/>
                </a:xfrm>
                <a:custGeom>
                  <a:avLst/>
                  <a:gdLst>
                    <a:gd name="textAreaLeft" fmla="*/ 360 w 470880"/>
                    <a:gd name="textAreaRight" fmla="*/ 471600 w 470880"/>
                    <a:gd name="textAreaTop" fmla="*/ 0 h 612720"/>
                    <a:gd name="textAreaBottom" fmla="*/ 613080 h 612720"/>
                  </a:gdLst>
                  <a:ahLst/>
                  <a:cxnLst/>
                  <a:rect l="textAreaLeft" t="textAreaTop" r="textAreaRight" b="textAreaBottom"/>
                  <a:pathLst>
                    <a:path w="41394" h="53875">
                      <a:moveTo>
                        <a:pt x="39217" y="0"/>
                      </a:moveTo>
                      <a:cubicBezTo>
                        <a:pt x="32014" y="3693"/>
                        <a:pt x="24498" y="6848"/>
                        <a:pt x="16850" y="9426"/>
                      </a:cubicBezTo>
                      <a:cubicBezTo>
                        <a:pt x="14318" y="10316"/>
                        <a:pt x="11739" y="11116"/>
                        <a:pt x="9160" y="11827"/>
                      </a:cubicBezTo>
                      <a:cubicBezTo>
                        <a:pt x="8449" y="12051"/>
                        <a:pt x="7691" y="12272"/>
                        <a:pt x="6980" y="12585"/>
                      </a:cubicBezTo>
                      <a:lnTo>
                        <a:pt x="6891" y="12585"/>
                      </a:lnTo>
                      <a:cubicBezTo>
                        <a:pt x="5468" y="12763"/>
                        <a:pt x="4045" y="13072"/>
                        <a:pt x="3202" y="14097"/>
                      </a:cubicBezTo>
                      <a:cubicBezTo>
                        <a:pt x="2178" y="15295"/>
                        <a:pt x="2402" y="17031"/>
                        <a:pt x="2669" y="18586"/>
                      </a:cubicBezTo>
                      <a:cubicBezTo>
                        <a:pt x="3647" y="23921"/>
                        <a:pt x="4625" y="29303"/>
                        <a:pt x="4490" y="34681"/>
                      </a:cubicBezTo>
                      <a:cubicBezTo>
                        <a:pt x="4401" y="40106"/>
                        <a:pt x="3113" y="45619"/>
                        <a:pt x="1" y="50154"/>
                      </a:cubicBezTo>
                      <a:cubicBezTo>
                        <a:pt x="3436" y="51990"/>
                        <a:pt x="7948" y="53875"/>
                        <a:pt x="12599" y="53875"/>
                      </a:cubicBezTo>
                      <a:cubicBezTo>
                        <a:pt x="14146" y="53875"/>
                        <a:pt x="15709" y="53666"/>
                        <a:pt x="17252" y="53178"/>
                      </a:cubicBezTo>
                      <a:cubicBezTo>
                        <a:pt x="17608" y="53089"/>
                        <a:pt x="17964" y="52957"/>
                        <a:pt x="18273" y="52822"/>
                      </a:cubicBezTo>
                      <a:lnTo>
                        <a:pt x="18319" y="52822"/>
                      </a:lnTo>
                      <a:cubicBezTo>
                        <a:pt x="18141" y="47664"/>
                        <a:pt x="17651" y="44331"/>
                        <a:pt x="17651" y="41397"/>
                      </a:cubicBezTo>
                      <a:lnTo>
                        <a:pt x="17651" y="40863"/>
                      </a:lnTo>
                      <a:cubicBezTo>
                        <a:pt x="17651" y="40550"/>
                        <a:pt x="17697" y="40194"/>
                        <a:pt x="17697" y="39885"/>
                      </a:cubicBezTo>
                      <a:cubicBezTo>
                        <a:pt x="17697" y="39707"/>
                        <a:pt x="17740" y="39529"/>
                        <a:pt x="17740" y="39394"/>
                      </a:cubicBezTo>
                      <a:cubicBezTo>
                        <a:pt x="17786" y="38772"/>
                        <a:pt x="17875" y="38149"/>
                        <a:pt x="18006" y="37527"/>
                      </a:cubicBezTo>
                      <a:cubicBezTo>
                        <a:pt x="18006" y="37438"/>
                        <a:pt x="18053" y="37395"/>
                        <a:pt x="18053" y="37349"/>
                      </a:cubicBezTo>
                      <a:cubicBezTo>
                        <a:pt x="18319" y="36193"/>
                        <a:pt x="18675" y="35037"/>
                        <a:pt x="19251" y="33792"/>
                      </a:cubicBezTo>
                      <a:cubicBezTo>
                        <a:pt x="19607" y="32992"/>
                        <a:pt x="20009" y="32237"/>
                        <a:pt x="20318" y="31437"/>
                      </a:cubicBezTo>
                      <a:cubicBezTo>
                        <a:pt x="20941" y="30103"/>
                        <a:pt x="21385" y="28723"/>
                        <a:pt x="21343" y="27300"/>
                      </a:cubicBezTo>
                      <a:cubicBezTo>
                        <a:pt x="21297" y="26055"/>
                        <a:pt x="20898" y="24857"/>
                        <a:pt x="20276" y="23701"/>
                      </a:cubicBezTo>
                      <a:lnTo>
                        <a:pt x="19874" y="23032"/>
                      </a:lnTo>
                      <a:cubicBezTo>
                        <a:pt x="19340" y="22143"/>
                        <a:pt x="18764" y="21253"/>
                        <a:pt x="18184" y="20364"/>
                      </a:cubicBezTo>
                      <a:cubicBezTo>
                        <a:pt x="17875" y="19920"/>
                        <a:pt x="17608" y="19475"/>
                        <a:pt x="17341" y="18988"/>
                      </a:cubicBezTo>
                      <a:cubicBezTo>
                        <a:pt x="17341" y="18988"/>
                        <a:pt x="17341" y="18941"/>
                        <a:pt x="17295" y="18941"/>
                      </a:cubicBezTo>
                      <a:cubicBezTo>
                        <a:pt x="25921" y="14719"/>
                        <a:pt x="34148" y="9693"/>
                        <a:pt x="41394" y="3468"/>
                      </a:cubicBezTo>
                      <a:cubicBezTo>
                        <a:pt x="40639" y="2803"/>
                        <a:pt x="39839" y="1245"/>
                        <a:pt x="39348" y="224"/>
                      </a:cubicBezTo>
                      <a:cubicBezTo>
                        <a:pt x="39306" y="178"/>
                        <a:pt x="39259" y="89"/>
                        <a:pt x="392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75" name="Google Shape;2309;p47"/>
              <p:cNvSpPr/>
              <p:nvPr/>
            </p:nvSpPr>
            <p:spPr>
              <a:xfrm>
                <a:off x="6081480" y="2097720"/>
                <a:ext cx="927000" cy="927000"/>
              </a:xfrm>
              <a:prstGeom prst="ellipse">
                <a:avLst/>
              </a:prstGeom>
              <a:solidFill>
                <a:srgbClr val="E96D5F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6" name="Google Shape;2310;p47"/>
            <p:cNvGrpSpPr/>
            <p:nvPr/>
          </p:nvGrpSpPr>
          <p:grpSpPr>
            <a:xfrm>
              <a:off x="7656480" y="1810800"/>
              <a:ext cx="305640" cy="305280"/>
              <a:chOff x="7656480" y="1810800"/>
              <a:chExt cx="305640" cy="305280"/>
            </a:xfrm>
          </p:grpSpPr>
          <p:sp>
            <p:nvSpPr>
              <p:cNvPr id="477" name="Google Shape;2311;p47"/>
              <p:cNvSpPr/>
              <p:nvPr/>
            </p:nvSpPr>
            <p:spPr>
              <a:xfrm>
                <a:off x="7656480" y="1810800"/>
                <a:ext cx="305640" cy="305280"/>
              </a:xfrm>
              <a:custGeom>
                <a:avLst/>
                <a:gdLst>
                  <a:gd name="textAreaLeft" fmla="*/ 0 w 305640"/>
                  <a:gd name="textAreaRight" fmla="*/ 306000 w 30564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3026" h="3025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8" name="Google Shape;2312;p47"/>
              <p:cNvSpPr/>
              <p:nvPr/>
            </p:nvSpPr>
            <p:spPr>
              <a:xfrm>
                <a:off x="7687800" y="1841760"/>
                <a:ext cx="243360" cy="243360"/>
              </a:xfrm>
              <a:custGeom>
                <a:avLst/>
                <a:gdLst>
                  <a:gd name="textAreaLeft" fmla="*/ 0 w 243360"/>
                  <a:gd name="textAreaRight" fmla="*/ 243720 w 24336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2266" h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9" name="Google Shape;2313;p47"/>
              <p:cNvSpPr/>
              <p:nvPr/>
            </p:nvSpPr>
            <p:spPr>
              <a:xfrm>
                <a:off x="7741080" y="1849320"/>
                <a:ext cx="136800" cy="22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300" b="1" u="none" strike="noStrike">
                    <a:solidFill>
                      <a:schemeClr val="accent2"/>
                    </a:solidFill>
                    <a:effectLst/>
                    <a:uFillTx/>
                    <a:latin typeface="Jost"/>
                    <a:ea typeface="Jost"/>
                  </a:rPr>
                  <a:t>$</a:t>
                </a:r>
                <a:endParaRPr lang="en-US" sz="13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0" name="Google Shape;2314;p47"/>
            <p:cNvGrpSpPr/>
            <p:nvPr/>
          </p:nvGrpSpPr>
          <p:grpSpPr>
            <a:xfrm>
              <a:off x="7360920" y="2045880"/>
              <a:ext cx="305640" cy="305280"/>
              <a:chOff x="7360920" y="2045880"/>
              <a:chExt cx="305640" cy="305280"/>
            </a:xfrm>
          </p:grpSpPr>
          <p:sp>
            <p:nvSpPr>
              <p:cNvPr id="481" name="Google Shape;2315;p47"/>
              <p:cNvSpPr/>
              <p:nvPr/>
            </p:nvSpPr>
            <p:spPr>
              <a:xfrm>
                <a:off x="7360920" y="2045880"/>
                <a:ext cx="305640" cy="305280"/>
              </a:xfrm>
              <a:custGeom>
                <a:avLst/>
                <a:gdLst>
                  <a:gd name="textAreaLeft" fmla="*/ 0 w 305640"/>
                  <a:gd name="textAreaRight" fmla="*/ 306000 w 30564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3026" h="3025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2" name="Google Shape;2316;p47"/>
              <p:cNvSpPr/>
              <p:nvPr/>
            </p:nvSpPr>
            <p:spPr>
              <a:xfrm>
                <a:off x="7392240" y="2076840"/>
                <a:ext cx="243360" cy="243360"/>
              </a:xfrm>
              <a:custGeom>
                <a:avLst/>
                <a:gdLst>
                  <a:gd name="textAreaLeft" fmla="*/ 0 w 243360"/>
                  <a:gd name="textAreaRight" fmla="*/ 243720 w 24336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2266" h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3" name="Google Shape;2317;p47"/>
              <p:cNvSpPr/>
              <p:nvPr/>
            </p:nvSpPr>
            <p:spPr>
              <a:xfrm>
                <a:off x="7445520" y="2084040"/>
                <a:ext cx="136800" cy="22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300" b="1" u="none" strike="noStrike">
                    <a:solidFill>
                      <a:schemeClr val="accent2"/>
                    </a:solidFill>
                    <a:effectLst/>
                    <a:uFillTx/>
                    <a:latin typeface="Jost"/>
                    <a:ea typeface="Jost"/>
                  </a:rPr>
                  <a:t>$</a:t>
                </a:r>
                <a:endParaRPr lang="en-US" sz="13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84" name="Google Shape;2318;p47"/>
          <p:cNvSpPr/>
          <p:nvPr/>
        </p:nvSpPr>
        <p:spPr>
          <a:xfrm>
            <a:off x="1609560" y="2610000"/>
            <a:ext cx="495000" cy="495000"/>
          </a:xfrm>
          <a:prstGeom prst="rect">
            <a:avLst/>
          </a:prstGeom>
          <a:solidFill>
            <a:schemeClr val="accent5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47680" rIns="870823080" bIns="24768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2319;p47"/>
          <p:cNvSpPr/>
          <p:nvPr/>
        </p:nvSpPr>
        <p:spPr>
          <a:xfrm>
            <a:off x="2286000" y="2610000"/>
            <a:ext cx="495000" cy="495000"/>
          </a:xfrm>
          <a:prstGeom prst="rect">
            <a:avLst/>
          </a:prstGeom>
          <a:solidFill>
            <a:schemeClr val="accent5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47680" rIns="870823080" bIns="24768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6" name="Google Shape;2320;p47"/>
          <p:cNvGrpSpPr/>
          <p:nvPr/>
        </p:nvGrpSpPr>
        <p:grpSpPr>
          <a:xfrm>
            <a:off x="2365200" y="2693520"/>
            <a:ext cx="329760" cy="329760"/>
            <a:chOff x="2365200" y="2693520"/>
            <a:chExt cx="329760" cy="329760"/>
          </a:xfrm>
        </p:grpSpPr>
        <p:sp>
          <p:nvSpPr>
            <p:cNvPr id="487" name="Google Shape;2321;p47"/>
            <p:cNvSpPr/>
            <p:nvPr/>
          </p:nvSpPr>
          <p:spPr>
            <a:xfrm>
              <a:off x="2433600" y="2752200"/>
              <a:ext cx="19080" cy="1908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322;p47"/>
            <p:cNvSpPr/>
            <p:nvPr/>
          </p:nvSpPr>
          <p:spPr>
            <a:xfrm>
              <a:off x="2365200" y="2693520"/>
              <a:ext cx="329760" cy="3297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323;p47"/>
            <p:cNvSpPr/>
            <p:nvPr/>
          </p:nvSpPr>
          <p:spPr>
            <a:xfrm>
              <a:off x="2511000" y="2829240"/>
              <a:ext cx="115920" cy="13536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2324;p47"/>
            <p:cNvSpPr/>
            <p:nvPr/>
          </p:nvSpPr>
          <p:spPr>
            <a:xfrm>
              <a:off x="2433600" y="2829600"/>
              <a:ext cx="19080" cy="1350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1" name="Google Shape;2325;p47"/>
          <p:cNvGrpSpPr/>
          <p:nvPr/>
        </p:nvGrpSpPr>
        <p:grpSpPr>
          <a:xfrm>
            <a:off x="1688040" y="2693520"/>
            <a:ext cx="329760" cy="329760"/>
            <a:chOff x="1688040" y="2693520"/>
            <a:chExt cx="329760" cy="329760"/>
          </a:xfrm>
        </p:grpSpPr>
        <p:sp>
          <p:nvSpPr>
            <p:cNvPr id="492" name="Google Shape;2326;p47"/>
            <p:cNvSpPr/>
            <p:nvPr/>
          </p:nvSpPr>
          <p:spPr>
            <a:xfrm>
              <a:off x="1746720" y="2752200"/>
              <a:ext cx="212400" cy="212400"/>
            </a:xfrm>
            <a:custGeom>
              <a:avLst/>
              <a:gdLst>
                <a:gd name="textAreaLeft" fmla="*/ 0 w 212400"/>
                <a:gd name="textAreaRight" fmla="*/ 212760 w 212400"/>
                <a:gd name="textAreaTop" fmla="*/ 0 h 212400"/>
                <a:gd name="textAreaBottom" fmla="*/ 212760 h 21240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2327;p47"/>
            <p:cNvSpPr/>
            <p:nvPr/>
          </p:nvSpPr>
          <p:spPr>
            <a:xfrm>
              <a:off x="1804680" y="2810160"/>
              <a:ext cx="96480" cy="9648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2328;p47"/>
            <p:cNvSpPr/>
            <p:nvPr/>
          </p:nvSpPr>
          <p:spPr>
            <a:xfrm>
              <a:off x="1688040" y="2693520"/>
              <a:ext cx="329760" cy="3297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5" name="Google Shape;2329;p47"/>
          <p:cNvGrpSpPr/>
          <p:nvPr/>
        </p:nvGrpSpPr>
        <p:grpSpPr>
          <a:xfrm>
            <a:off x="1010520" y="2693520"/>
            <a:ext cx="329760" cy="330120"/>
            <a:chOff x="1010520" y="2693520"/>
            <a:chExt cx="329760" cy="330120"/>
          </a:xfrm>
        </p:grpSpPr>
        <p:sp>
          <p:nvSpPr>
            <p:cNvPr id="496" name="Google Shape;2330;p47"/>
            <p:cNvSpPr/>
            <p:nvPr/>
          </p:nvSpPr>
          <p:spPr>
            <a:xfrm>
              <a:off x="1166760" y="2751480"/>
              <a:ext cx="112680" cy="27216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2331;p47"/>
            <p:cNvSpPr/>
            <p:nvPr/>
          </p:nvSpPr>
          <p:spPr>
            <a:xfrm>
              <a:off x="1010520" y="2693520"/>
              <a:ext cx="329760" cy="3297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521</Words>
  <Application>Microsoft Office PowerPoint</Application>
  <PresentationFormat>On-screen Show (16:9)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Be Vietnam Pro</vt:lpstr>
      <vt:lpstr>Inter</vt:lpstr>
      <vt:lpstr>Jost</vt:lpstr>
      <vt:lpstr>OpenSymbol</vt:lpstr>
      <vt:lpstr>Symbol</vt:lpstr>
      <vt:lpstr>Wingdings</vt:lpstr>
      <vt:lpstr>Economic Activity Meeting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Vrutti Lingdale</dc:creator>
  <cp:lastModifiedBy>Vrutti Lingdale</cp:lastModifiedBy>
  <cp:revision>2</cp:revision>
  <dcterms:modified xsi:type="dcterms:W3CDTF">2026-10-28T09:45:17Z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2026-10-28T09:30:42Z</dcterms:created>
  <dc:creator>Slidesgo AI</dc:creator>
  <dc:description/>
  <dc:language>en-US</dc:language>
  <cp:lastModifiedBy>Unknown Creator</cp:lastModifiedBy>
  <dcterms:modified xsi:type="dcterms:W3CDTF">2026-10-28T09:30:42Z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a316abf5-ab55-4b09-8b89-416558ace46c</vt:lpwstr>
  </property>
</Properties>
</file>